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innovación y mejoras en procesos financieros. Posee conocimientos en análisis financiero y data analytics.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 -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 - UP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 - CENTRUM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-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PSL,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