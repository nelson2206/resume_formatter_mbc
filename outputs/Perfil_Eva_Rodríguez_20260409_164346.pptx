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Especializado en operaciones de tesorería, control de riesgos y mejora de procesos en entornos de mesa de dinero. Experiencia en desarrollo de soluciones analíticas y automatización de procesos.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Contables, UCH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Español,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Finanzas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