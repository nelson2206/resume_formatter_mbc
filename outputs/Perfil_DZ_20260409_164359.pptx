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con más de 3 años de experiencia en data analytics y modelos predictivos en el sector bancario. Experto en optimización de procesos y mejora de la gestión de datos. Habilidades en diseño de dashboards y análisis de datos.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Información, UPC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Datos, DMC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Business, UPC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Certified, Scrum Study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Scrum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Business Intelligence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Analytics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Tarjetas, orientados a diseñar estrategias más efectivas.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 de acuerdo con la estrategia acordada.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proyectos bajo metodologías Agile para mejorar la coordinación entre equipos.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análisis crítico y analítico para la mejora continua de procesos.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