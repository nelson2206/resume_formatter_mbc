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3:05:13.286" v="604" actId="14100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8T23:05:13.286" v="604" actId="14100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4:17.577" v="546" actId="20577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7:15.782" v="566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8T23:01:23.728" v="575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3:01:30.500" v="594" actId="103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8T22:59:31.320" v="574" actId="1036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394983" y="2534962"/>
            <a:ext cx="4791835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Nelson Bernal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Gerente de IA con experiencia en liderazgo de proyectos de innovación y diseño de roadmaps de implementación. Experto en optimización de procesos y eficiencia en el sector bancario.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M.B.A., Emory University, 2025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Ingeniero Industrial, PUCP, 2016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Lean Six Sigma Black Belt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Design Thinking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887697"/>
            <a:ext cx="3211034" cy="1947641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Inteligencia Artificial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Open Banking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Automatización de procesos: RPA, chatbots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SQL, Python, Power BI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Gestión de proyectos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Design Thinking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898099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 e Inglés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090871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Manager | Inteligencia Artificial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Promovido como el gerente más joven en Latam, liderando las prácticas de Inteligencia Artificial (IA) y Banca Corporativa en Minsait.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un equipo de 62 consultores, contribuyendo al crecimiento de la oficina de Perú en 7.5x en 2 años.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una herramienta de conciliación entre contabilidad y gestión que generó USD 12.5M en ahorros para un banco de primer nivel.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Lancé un canal digital prime banking que aumentó la efectividad comercial en 60%.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proyectos estratégicos para un banco top del país, trabajando con la C-suite para lanzar una tarjeta corporativa.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Incrementé el volumen de operaciones FX y optimicé la priorización comercial, logrando USD 10M en ahorros.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Diseñé la hoja de ruta nacional de Open Banking junto al Banco Central de Reserva del Perú mediante talleres multisectoriales.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Definí el modelo de iniciación de pagos, involucrando a más de 40 compañías del sector.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Incrementé en 4% las ventas nacionales de un banco al liderar la transformación del proceso comercial para 2,000 ejecutivos.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Contribuí a los USD 5.7M en ahorros contables mediante la revisión de asientos contables e identificación de ineficiencias operativas.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Rediseñé procesos de atención al cliente en Credicorp, implementando un sistema de tickets que redujo tiempos de respuesta en 80%.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un sistema de saldos financieros en tiempo real utilizando SQL y BI, mejorando el control operativo.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2026-04-08T23:05:21Z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