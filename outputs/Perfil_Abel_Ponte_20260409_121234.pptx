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05:29.301" v="695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05:29.301" v="695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mejora End-to-End y desarrollo de soluciones alineadas al negocio. Complementa su perfil con conocimientos en análisis financiero y data analytics.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 -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 - UP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 -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(DAX, análisis de datos)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Tecnología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