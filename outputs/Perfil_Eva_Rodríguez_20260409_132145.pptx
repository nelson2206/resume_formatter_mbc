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Especializado en operaciones de tesorería, control de riesgos y mejora de procesos. Experiencia en desarrollo de dashboards y automatización de procesos.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