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3:38.162" v="706" actId="1035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3:38.162" v="706" actId="1035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3:27.625" v="701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en CIB con experiencia en tesorería y consultoría funcional en Calypso. Ha liderado proyectos de mejora End-to-End y desarrollo de soluciones alineadas al negocio. Complementa con experiencia en FP&amp;A y análisis financiero.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 - UP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 - PUCP BS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 - PUCP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 (DAX, análisis de datos)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Innovación y Eficiencia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348960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