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 Consultor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con más de 3 años de experiencia en liderazgo de proyectos de innovación en IA. Especializado en diseño de roadmaps y optimización de procesos. Fuerte enfoque en analítica avanzada y mejora de la gestión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 - DMC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 - UPC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 - Scrum Study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SQL, PySpark, BigQuery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Analítica avanzada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Business Intelligence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Manager | Inteligencia Artificial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Tarjetas, orientados a diseñar estrategias más efectivas.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