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Diego Vásquez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Analista de Negocios con más de 2 años de experiencia en levantamiento y análisis de procesos. Especializado en diseño de soluciones digitales y mejora de la experiencia del usuario. Experto en definición de KPIs y métricas de control.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Gestión Empresarial,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Excel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SQL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Power BI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Excel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SCRUM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Español,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Analyst | Analyst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Levantamiento, análisis y diagramación AS-IS mediante modelado estructurado; identificando brechas operativas y pain points.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Diseño TO-BE de procesos alineados a la eficiencia operativa; cumplimiento regulatorio y criterios de automatización para mejorar la experiencia de usuario.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Definición y estructuración de requerimientos funcionales para la implementación de soluciones digitales.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y validación de reglas de negocio que aseguran coherencia operativa y trazabilidad frente a la normativa aplicable.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Definición de KPIs y métricas de control para el monitoreo de desempeño y cumplimiento de procesos.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Evaluación técnica integral de TDR y entregables de proveedores; verificando consistencia y alcance contractual.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Definición de visión y roadmap comercial para productos digitales B2B.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el diseño e implementación de canales digitales para reducir fricciones comerciales y mejorar la experiencia del cliente.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Construcción de dashboards ejecutivos para el monitoreo de KPIs comerciales y financieros.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datos históricos para obtener insights estratégicos que soporten la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estrategias de pricing y benchmarking competitivo para el posicionamiento del portafolio corporativo.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Mapeo y mejora de customer journeys B2B, identificando fricciones y oportunidades de optimización.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