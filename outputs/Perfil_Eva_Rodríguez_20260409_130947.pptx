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financiero. Especializado en operaciones de tesorería, control de riesgos y mejora de procesos. Experiencia en desarrollo de dashboards y automatización de procesos.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Contables, UCH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Automate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Optimizé procesos internos mediante automatización, logrando eficiencias en tiempos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