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Eva Rodríguez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Economista con más de 5 años de experiencia en el sistema financiero. Experta en operaciones de tesorería, control de riesgos y mejora de procesos en entornos de mesa de dinero. Focalizada en data analytics y modelos predictivos.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Ciencias Financieras y Contables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Murex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Apps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Automate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Senior Consultant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Murex, asegurando el control operativo y la correcta exposición al riesgo.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dashboards en Power BI para el monitoreo de indicadores operativos y de riesgo crediticio.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Power Apps y Power Automate para optimizar procesos internos del área.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Optimizé procesos internos mediante automatización, logrando eficiencias en tiempos operativos.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(Power Apps, chatbot) para mejorar procesos.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