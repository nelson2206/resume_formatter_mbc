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898" r:id="rId5"/>
  </p:sldMasterIdLst>
  <p:notesMasterIdLst>
    <p:notesMasterId r:id="rId7"/>
  </p:notesMasterIdLst>
  <p:sldIdLst>
    <p:sldId id="786" r:id="rId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920BCB-79B9-4067-9D0B-E75C523BA82C}" v="31" dt="2026-04-08T22:54:10.90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74" d="100"/>
          <a:sy n="74" d="100"/>
        </p:scale>
        <p:origin x="16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zona Damian, Darlyn Isabel" userId="S::ditarazona@minsait.com::0a12066a-91b6-409f-86e9-251b8fc28aeb" providerId="AD" clId="Web-{5C19CDDE-3C67-2AD1-6B58-638D625F7F83}"/>
    <pc:docChg chg="modSld">
      <pc:chgData name="Tarazona Damian, Darlyn Isabel" userId="S::ditarazona@minsait.com::0a12066a-91b6-409f-86e9-251b8fc28aeb" providerId="AD" clId="Web-{5C19CDDE-3C67-2AD1-6B58-638D625F7F83}" dt="2026-03-27T12:30:54.212" v="74" actId="14100"/>
      <pc:docMkLst>
        <pc:docMk/>
      </pc:docMkLst>
      <pc:sldChg chg="modSp">
        <pc:chgData name="Tarazona Damian, Darlyn Isabel" userId="S::ditarazona@minsait.com::0a12066a-91b6-409f-86e9-251b8fc28aeb" providerId="AD" clId="Web-{5C19CDDE-3C67-2AD1-6B58-638D625F7F83}" dt="2026-03-27T12:30:54.212" v="74" actId="14100"/>
        <pc:sldMkLst>
          <pc:docMk/>
          <pc:sldMk cId="2513515205" sldId="786"/>
        </pc:sldMkLst>
        <pc:spChg chg="mod">
          <ac:chgData name="Tarazona Damian, Darlyn Isabel" userId="S::ditarazona@minsait.com::0a12066a-91b6-409f-86e9-251b8fc28aeb" providerId="AD" clId="Web-{5C19CDDE-3C67-2AD1-6B58-638D625F7F83}" dt="2026-03-27T12:30:36.446" v="68" actId="20577"/>
          <ac:spMkLst>
            <pc:docMk/>
            <pc:sldMk cId="2513515205" sldId="786"/>
            <ac:spMk id="9" creationId="{00000000-0000-0000-0000-000000000000}"/>
          </ac:spMkLst>
        </pc:spChg>
      </pc:sldChg>
    </pc:docChg>
  </pc:docChgLst>
  <pc:docChgLst>
    <pc:chgData name="Bernal Cubillas, Nelson Eduardo" userId="80dca19b-7620-4a8a-8a4a-74ed424ff3cf" providerId="ADAL" clId="{32BBAB07-2159-46C7-9B6D-E3769CDAC38B}"/>
    <pc:docChg chg="undo custSel modSld">
      <pc:chgData name="Bernal Cubillas, Nelson Eduardo" userId="80dca19b-7620-4a8a-8a4a-74ed424ff3cf" providerId="ADAL" clId="{32BBAB07-2159-46C7-9B6D-E3769CDAC38B}" dt="2026-04-08T23:01:33.120" v="596" actId="1035"/>
      <pc:docMkLst>
        <pc:docMk/>
      </pc:docMkLst>
      <pc:sldChg chg="addSp delSp modSp mod">
        <pc:chgData name="Bernal Cubillas, Nelson Eduardo" userId="80dca19b-7620-4a8a-8a4a-74ed424ff3cf" providerId="ADAL" clId="{32BBAB07-2159-46C7-9B6D-E3769CDAC38B}" dt="2026-04-08T23:01:33.120" v="596" actId="1035"/>
        <pc:sldMkLst>
          <pc:docMk/>
          <pc:sldMk cId="2513515205" sldId="786"/>
        </pc:sldMkLst>
        <pc:spChg chg="mod">
          <ac:chgData name="Bernal Cubillas, Nelson Eduardo" userId="80dca19b-7620-4a8a-8a4a-74ed424ff3cf" providerId="ADAL" clId="{32BBAB07-2159-46C7-9B6D-E3769CDAC38B}" dt="2026-04-08T22:40:40.920" v="395" actId="20577"/>
          <ac:spMkLst>
            <pc:docMk/>
            <pc:sldMk cId="2513515205" sldId="786"/>
            <ac:spMk id="2" creationId="{00000000-0000-0000-0000-000000000000}"/>
          </ac:spMkLst>
        </pc:spChg>
        <pc:spChg chg="add mod">
          <ac:chgData name="Bernal Cubillas, Nelson Eduardo" userId="80dca19b-7620-4a8a-8a4a-74ed424ff3cf" providerId="ADAL" clId="{32BBAB07-2159-46C7-9B6D-E3769CDAC38B}" dt="2026-04-08T22:14:04.707" v="346" actId="1076"/>
          <ac:spMkLst>
            <pc:docMk/>
            <pc:sldMk cId="2513515205" sldId="786"/>
            <ac:spMk id="3" creationId="{409311DE-1EB3-95F5-C9BF-FAFE18BB970E}"/>
          </ac:spMkLst>
        </pc:spChg>
        <pc:spChg chg="add mod">
          <ac:chgData name="Bernal Cubillas, Nelson Eduardo" userId="80dca19b-7620-4a8a-8a4a-74ed424ff3cf" providerId="ADAL" clId="{32BBAB07-2159-46C7-9B6D-E3769CDAC38B}" dt="2026-04-08T22:40:38.330" v="394" actId="1076"/>
          <ac:spMkLst>
            <pc:docMk/>
            <pc:sldMk cId="2513515205" sldId="786"/>
            <ac:spMk id="4" creationId="{352F5EBC-81D3-03E4-B2F1-389198AB070D}"/>
          </ac:spMkLst>
        </pc:spChg>
        <pc:spChg chg="add mod">
          <ac:chgData name="Bernal Cubillas, Nelson Eduardo" userId="80dca19b-7620-4a8a-8a4a-74ed424ff3cf" providerId="ADAL" clId="{32BBAB07-2159-46C7-9B6D-E3769CDAC38B}" dt="2026-04-08T23:01:33.120" v="596" actId="1035"/>
          <ac:spMkLst>
            <pc:docMk/>
            <pc:sldMk cId="2513515205" sldId="786"/>
            <ac:spMk id="5" creationId="{E5A60686-9930-3A2F-E83E-FD51EFD6C0FA}"/>
          </ac:spMkLst>
        </pc:spChg>
        <pc:spChg chg="mod">
          <ac:chgData name="Bernal Cubillas, Nelson Eduardo" userId="80dca19b-7620-4a8a-8a4a-74ed424ff3cf" providerId="ADAL" clId="{32BBAB07-2159-46C7-9B6D-E3769CDAC38B}" dt="2026-04-08T22:44:33.970" v="536" actId="20577"/>
          <ac:spMkLst>
            <pc:docMk/>
            <pc:sldMk cId="2513515205" sldId="786"/>
            <ac:spMk id="9" creationId="{00000000-0000-0000-0000-000000000000}"/>
          </ac:spMkLst>
        </pc:spChg>
        <pc:spChg chg="mod">
          <ac:chgData name="Bernal Cubillas, Nelson Eduardo" userId="80dca19b-7620-4a8a-8a4a-74ed424ff3cf" providerId="ADAL" clId="{32BBAB07-2159-46C7-9B6D-E3769CDAC38B}" dt="2026-04-08T22:54:17.577" v="546" actId="20577"/>
          <ac:spMkLst>
            <pc:docMk/>
            <pc:sldMk cId="2513515205" sldId="786"/>
            <ac:spMk id="20" creationId="{00000000-0000-0000-0000-000000000000}"/>
          </ac:spMkLst>
        </pc:spChg>
        <pc:spChg chg="mod">
          <ac:chgData name="Bernal Cubillas, Nelson Eduardo" userId="80dca19b-7620-4a8a-8a4a-74ed424ff3cf" providerId="ADAL" clId="{32BBAB07-2159-46C7-9B6D-E3769CDAC38B}" dt="2026-04-08T22:57:15.782" v="566" actId="1035"/>
          <ac:spMkLst>
            <pc:docMk/>
            <pc:sldMk cId="2513515205" sldId="786"/>
            <ac:spMk id="21" creationId="{00000000-0000-0000-0000-000000000000}"/>
          </ac:spMkLst>
        </pc:spChg>
        <pc:spChg chg="del mod">
          <ac:chgData name="Bernal Cubillas, Nelson Eduardo" userId="80dca19b-7620-4a8a-8a4a-74ed424ff3cf" providerId="ADAL" clId="{32BBAB07-2159-46C7-9B6D-E3769CDAC38B}" dt="2026-04-08T22:13:44.348" v="287"/>
          <ac:spMkLst>
            <pc:docMk/>
            <pc:sldMk cId="2513515205" sldId="786"/>
            <ac:spMk id="22" creationId="{00000000-0000-0000-0000-000000000000}"/>
          </ac:spMkLst>
        </pc:spChg>
        <pc:spChg chg="add del mod">
          <ac:chgData name="Bernal Cubillas, Nelson Eduardo" userId="80dca19b-7620-4a8a-8a4a-74ed424ff3cf" providerId="ADAL" clId="{32BBAB07-2159-46C7-9B6D-E3769CDAC38B}" dt="2026-04-08T22:41:54.468" v="450" actId="478"/>
          <ac:spMkLst>
            <pc:docMk/>
            <pc:sldMk cId="2513515205" sldId="786"/>
            <ac:spMk id="27" creationId="{D58EC518-9311-2EFB-451F-C9EA6AE0A31C}"/>
          </ac:spMkLst>
        </pc:spChg>
        <pc:spChg chg="add del mod">
          <ac:chgData name="Bernal Cubillas, Nelson Eduardo" userId="80dca19b-7620-4a8a-8a4a-74ed424ff3cf" providerId="ADAL" clId="{32BBAB07-2159-46C7-9B6D-E3769CDAC38B}" dt="2026-04-08T22:54:07.279" v="541" actId="478"/>
          <ac:spMkLst>
            <pc:docMk/>
            <pc:sldMk cId="2513515205" sldId="786"/>
            <ac:spMk id="28" creationId="{CEC88605-79F8-AD26-E7AD-92650CBC4E5D}"/>
          </ac:spMkLst>
        </pc:spChg>
        <pc:spChg chg="add del mod">
          <ac:chgData name="Bernal Cubillas, Nelson Eduardo" userId="80dca19b-7620-4a8a-8a4a-74ed424ff3cf" providerId="ADAL" clId="{32BBAB07-2159-46C7-9B6D-E3769CDAC38B}" dt="2026-04-08T22:42:47.402" v="505" actId="478"/>
          <ac:spMkLst>
            <pc:docMk/>
            <pc:sldMk cId="2513515205" sldId="786"/>
            <ac:spMk id="30" creationId="{BEF9FF97-375A-C0E5-842E-60FF4770C7C6}"/>
          </ac:spMkLst>
        </pc:spChg>
        <pc:spChg chg="add mod">
          <ac:chgData name="Bernal Cubillas, Nelson Eduardo" userId="80dca19b-7620-4a8a-8a4a-74ed424ff3cf" providerId="ADAL" clId="{32BBAB07-2159-46C7-9B6D-E3769CDAC38B}" dt="2026-04-08T22:45:30.852" v="540" actId="14100"/>
          <ac:spMkLst>
            <pc:docMk/>
            <pc:sldMk cId="2513515205" sldId="786"/>
            <ac:spMk id="31" creationId="{AAF6E294-FA1E-71FD-C51A-7217518E89F0}"/>
          </ac:spMkLst>
        </pc:spChg>
        <pc:grpChg chg="mod">
          <ac:chgData name="Bernal Cubillas, Nelson Eduardo" userId="80dca19b-7620-4a8a-8a4a-74ed424ff3cf" providerId="ADAL" clId="{32BBAB07-2159-46C7-9B6D-E3769CDAC38B}" dt="2026-04-08T23:01:23.728" v="575" actId="14100"/>
          <ac:grpSpMkLst>
            <pc:docMk/>
            <pc:sldMk cId="2513515205" sldId="786"/>
            <ac:grpSpMk id="18" creationId="{91760BEE-0FAE-A79E-3E4F-A4D3F1224F18}"/>
          </ac:grpSpMkLst>
        </pc:grpChg>
        <pc:cxnChg chg="add mod">
          <ac:chgData name="Bernal Cubillas, Nelson Eduardo" userId="80dca19b-7620-4a8a-8a4a-74ed424ff3cf" providerId="ADAL" clId="{32BBAB07-2159-46C7-9B6D-E3769CDAC38B}" dt="2026-04-08T22:13:57.700" v="344"/>
          <ac:cxnSpMkLst>
            <pc:docMk/>
            <pc:sldMk cId="2513515205" sldId="786"/>
            <ac:cxnSpMk id="4" creationId="{18A4B900-EF79-A0DD-D417-308B155A85B7}"/>
          </ac:cxnSpMkLst>
        </pc:cxnChg>
        <pc:cxnChg chg="add mod">
          <ac:chgData name="Bernal Cubillas, Nelson Eduardo" userId="80dca19b-7620-4a8a-8a4a-74ed424ff3cf" providerId="ADAL" clId="{32BBAB07-2159-46C7-9B6D-E3769CDAC38B}" dt="2026-04-08T23:01:30.500" v="594" actId="1036"/>
          <ac:cxnSpMkLst>
            <pc:docMk/>
            <pc:sldMk cId="2513515205" sldId="786"/>
            <ac:cxnSpMk id="6" creationId="{D943292E-9A8F-42A7-142C-4AC284833004}"/>
          </ac:cxnSpMkLst>
        </pc:cxnChg>
        <pc:cxnChg chg="del">
          <ac:chgData name="Bernal Cubillas, Nelson Eduardo" userId="80dca19b-7620-4a8a-8a4a-74ed424ff3cf" providerId="ADAL" clId="{32BBAB07-2159-46C7-9B6D-E3769CDAC38B}" dt="2026-04-08T22:13:30.970" v="267" actId="478"/>
          <ac:cxnSpMkLst>
            <pc:docMk/>
            <pc:sldMk cId="2513515205" sldId="786"/>
            <ac:cxnSpMk id="28" creationId="{30B357CF-A983-E219-B526-FCC6D7384172}"/>
          </ac:cxnSpMkLst>
        </pc:cxnChg>
        <pc:cxnChg chg="mod">
          <ac:chgData name="Bernal Cubillas, Nelson Eduardo" userId="80dca19b-7620-4a8a-8a4a-74ed424ff3cf" providerId="ADAL" clId="{32BBAB07-2159-46C7-9B6D-E3769CDAC38B}" dt="2026-04-08T22:59:31.320" v="574" actId="1036"/>
          <ac:cxnSpMkLst>
            <pc:docMk/>
            <pc:sldMk cId="2513515205" sldId="786"/>
            <ac:cxnSpMk id="29" creationId="{D86ACD69-F72C-A636-DAE8-8C7F0CC91046}"/>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DA9F05-40AB-4571-8EB2-4EF0719A4AC0}" type="datetimeFigureOut">
              <a:rPr lang="es-PE" smtClean="0"/>
              <a:t>8/04/2026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E86913-C647-4E0A-BC23-6752B8164C05}" type="slidenum">
              <a:rPr lang="es-PE" smtClean="0"/>
              <a:t>‹Nº›</a:t>
            </a:fld>
            <a:endParaRPr lang="es-PE"/>
          </a:p>
        </p:txBody>
      </p:sp>
    </p:spTree>
    <p:extLst>
      <p:ext uri="{BB962C8B-B14F-4D97-AF65-F5344CB8AC3E}">
        <p14:creationId xmlns:p14="http://schemas.microsoft.com/office/powerpoint/2010/main" val="3778692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10"/>
          </p:nvPr>
        </p:nvSpPr>
        <p:spPr/>
        <p:txBody>
          <a:bodyPr/>
          <a:lstStyle/>
          <a:p>
            <a:pPr marL="0" marR="0" lvl="0" indent="0" algn="r" defTabSz="913790" rtl="0" eaLnBrk="1" fontAlgn="auto" latinLnBrk="0" hangingPunct="1">
              <a:lnSpc>
                <a:spcPct val="100000"/>
              </a:lnSpc>
              <a:spcBef>
                <a:spcPts val="0"/>
              </a:spcBef>
              <a:spcAft>
                <a:spcPts val="0"/>
              </a:spcAft>
              <a:buClrTx/>
              <a:buSzTx/>
              <a:buFontTx/>
              <a:buNone/>
              <a:tabLst/>
              <a:defRPr/>
            </a:pPr>
            <a:fld id="{7001BFE9-5FDD-E045-9186-025D41341214}" type="slidenum">
              <a:rPr kumimoji="0" lang="es-ES" sz="1200" b="0" i="0" u="none" strike="noStrike" kern="1200" cap="none" spc="0" normalizeH="0" baseline="0" noProof="0" smtClean="0">
                <a:ln>
                  <a:noFill/>
                </a:ln>
                <a:solidFill>
                  <a:prstClr val="black"/>
                </a:solidFill>
                <a:effectLst/>
                <a:uLnTx/>
                <a:uFillTx/>
                <a:latin typeface="Soho Gothic Pro Light" panose="020B0303030504020204" pitchFamily="34" charset="0"/>
                <a:ea typeface="+mn-ea"/>
                <a:cs typeface="+mn-cs"/>
              </a:rPr>
              <a:pPr marL="0" marR="0" lvl="0" indent="0" algn="r" defTabSz="91379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dirty="0">
              <a:ln>
                <a:noFill/>
              </a:ln>
              <a:solidFill>
                <a:prstClr val="black"/>
              </a:solidFill>
              <a:effectLst/>
              <a:uLnTx/>
              <a:uFillTx/>
              <a:latin typeface="Soho Gothic Pro Light" panose="020B0303030504020204" pitchFamily="34" charset="0"/>
              <a:ea typeface="+mn-ea"/>
              <a:cs typeface="+mn-cs"/>
            </a:endParaRPr>
          </a:p>
        </p:txBody>
      </p:sp>
    </p:spTree>
    <p:extLst>
      <p:ext uri="{BB962C8B-B14F-4D97-AF65-F5344CB8AC3E}">
        <p14:creationId xmlns:p14="http://schemas.microsoft.com/office/powerpoint/2010/main" val="3439410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2.xml"/><Relationship Id="rId3" Type="http://schemas.openxmlformats.org/officeDocument/2006/relationships/oleObject" Target="../embeddings/oleObject4.bin"/><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2.xml"/><Relationship Id="rId3" Type="http://schemas.openxmlformats.org/officeDocument/2006/relationships/oleObject" Target="../embeddings/oleObject4.bin"/><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Master" Target="../slideMasters/slideMaster2.xml"/><Relationship Id="rId4" Type="http://schemas.openxmlformats.org/officeDocument/2006/relationships/oleObject" Target="../embeddings/oleObject5.bin"/><Relationship Id="rId5"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2.xml"/><Relationship Id="rId4" Type="http://schemas.openxmlformats.org/officeDocument/2006/relationships/oleObject" Target="../embeddings/oleObject5.bin"/><Relationship Id="rId5" Type="http://schemas.openxmlformats.org/officeDocument/2006/relationships/image" Target="../media/image2.emf"/><Relationship Id="rId6"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erde endoso">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1"/>
            </p:custDataLst>
            <p:extLst>
              <p:ext uri="{D42A27DB-BD31-4B8C-83A1-F6EECF244321}">
                <p14:modId xmlns:p14="http://schemas.microsoft.com/office/powerpoint/2010/main" val="2075373906"/>
              </p:ext>
            </p:extLst>
          </p:nvPr>
        </p:nvGraphicFramePr>
        <p:xfrm>
          <a:off x="2117" y="2121"/>
          <a:ext cx="2117" cy="211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to 2" hidden="1"/>
                      <p:cNvPicPr/>
                      <p:nvPr/>
                    </p:nvPicPr>
                    <p:blipFill>
                      <a:blip r:embed="rId5"/>
                      <a:stretch>
                        <a:fillRect/>
                      </a:stretch>
                    </p:blipFill>
                    <p:spPr>
                      <a:xfrm>
                        <a:off x="2117" y="2121"/>
                        <a:ext cx="2117" cy="2117"/>
                      </a:xfrm>
                      <a:prstGeom prst="rect">
                        <a:avLst/>
                      </a:prstGeom>
                    </p:spPr>
                  </p:pic>
                </p:oleObj>
              </mc:Fallback>
            </mc:AlternateContent>
          </a:graphicData>
        </a:graphic>
      </p:graphicFrame>
      <p:sp>
        <p:nvSpPr>
          <p:cNvPr id="2" name="Rectángulo 1" hidden="1"/>
          <p:cNvSpPr/>
          <p:nvPr userDrawn="1">
            <p:custDataLst>
              <p:tags r:id="rId2"/>
            </p:custDataLst>
          </p:nvPr>
        </p:nvSpPr>
        <p:spPr bwMode="auto">
          <a:xfrm>
            <a:off x="0" y="2"/>
            <a:ext cx="211666"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defTabSz="913790">
              <a:lnSpc>
                <a:spcPct val="90000"/>
              </a:lnSpc>
              <a:spcBef>
                <a:spcPct val="0"/>
              </a:spcBef>
              <a:spcAft>
                <a:spcPct val="0"/>
              </a:spcAft>
            </a:pPr>
            <a:endParaRPr lang="es-ES" sz="2400" dirty="0">
              <a:solidFill>
                <a:srgbClr val="FFFFFF"/>
              </a:solidFill>
              <a:latin typeface="Playfair Display" panose="00000500000000000000" pitchFamily="2" charset="0"/>
              <a:sym typeface="Playfair Display" panose="00000500000000000000" pitchFamily="2" charset="0"/>
            </a:endParaRPr>
          </a:p>
        </p:txBody>
      </p:sp>
      <p:sp>
        <p:nvSpPr>
          <p:cNvPr id="8" name="Title Placeholder 1">
            <a:extLst>
              <a:ext uri="{FF2B5EF4-FFF2-40B4-BE49-F238E27FC236}">
                <a16:creationId xmlns:a16="http://schemas.microsoft.com/office/drawing/2014/main" id="{7EA230A8-2396-C04E-BA7D-6A765043E110}"/>
              </a:ext>
            </a:extLst>
          </p:cNvPr>
          <p:cNvSpPr>
            <a:spLocks noGrp="1"/>
          </p:cNvSpPr>
          <p:nvPr>
            <p:ph type="title" hasCustomPrompt="1"/>
          </p:nvPr>
        </p:nvSpPr>
        <p:spPr bwMode="auto">
          <a:xfrm>
            <a:off x="336000" y="649095"/>
            <a:ext cx="11519451" cy="919343"/>
          </a:xfrm>
          <a:prstGeom prst="rect">
            <a:avLst/>
          </a:prstGeom>
        </p:spPr>
        <p:txBody>
          <a:bodyPr vert="horz" lIns="0" tIns="0" rIns="0" bIns="0" rtlCol="0" anchor="t">
            <a:noAutofit/>
          </a:bodyPr>
          <a:lstStyle>
            <a:lvl1pPr>
              <a:defRPr sz="2400"/>
            </a:lvl1pPr>
          </a:lstStyle>
          <a:p>
            <a:r>
              <a:rPr lang="es-ES" dirty="0"/>
              <a:t>Haga clic para modificar el título de esta página, cuentas con dos líneas para títulos extensos</a:t>
            </a:r>
            <a:endParaRPr lang="en-US" dirty="0"/>
          </a:p>
        </p:txBody>
      </p:sp>
      <p:sp>
        <p:nvSpPr>
          <p:cNvPr id="9" name="12 Marcador de texto"/>
          <p:cNvSpPr>
            <a:spLocks noGrp="1"/>
          </p:cNvSpPr>
          <p:nvPr>
            <p:ph type="body" sz="quarter" idx="13"/>
          </p:nvPr>
        </p:nvSpPr>
        <p:spPr bwMode="auto">
          <a:xfrm>
            <a:off x="336000" y="357000"/>
            <a:ext cx="11519451" cy="251520"/>
          </a:xfrm>
          <a:prstGeom prst="rect">
            <a:avLst/>
          </a:prstGeom>
        </p:spPr>
        <p:txBody>
          <a:bodyPr lIns="0" anchor="t" anchorCtr="0">
            <a:noAutofit/>
          </a:bodyPr>
          <a:lstStyle>
            <a:lvl1pPr marL="0" indent="0">
              <a:buNone/>
              <a:defRPr kumimoji="0" lang="es-ES" sz="1000" b="0" i="0" u="none" strike="noStrike" kern="1200" cap="none" spc="0" normalizeH="0" baseline="0" dirty="0" smtClean="0">
                <a:ln>
                  <a:noFill/>
                </a:ln>
                <a:solidFill>
                  <a:srgbClr val="1A3B47"/>
                </a:solidFill>
                <a:effectLst/>
                <a:uLnTx/>
                <a:uFillTx/>
                <a:latin typeface="Soho Gothic Pro Light" panose="020B0303030504020204" pitchFamily="34" charset="0"/>
                <a:ea typeface="+mn-ea"/>
                <a:cs typeface="Soho Gothic Pro Light" panose="020B0303030504020204" pitchFamily="34" charset="0"/>
              </a:defRPr>
            </a:lvl1pPr>
            <a:lvl2pPr>
              <a:buNone/>
              <a:defRPr/>
            </a:lvl2pPr>
            <a:lvl3pPr>
              <a:buNone/>
              <a:defRPr/>
            </a:lvl3pPr>
            <a:lvl4pPr>
              <a:buNone/>
              <a:defRPr/>
            </a:lvl4pPr>
            <a:lvl5pPr>
              <a:buNone/>
              <a:defRPr/>
            </a:lvl5pPr>
          </a:lstStyle>
          <a:p>
            <a:pPr marL="0" marR="0" lvl="0" indent="0" algn="just" defTabSz="1124825" rtl="0" eaLnBrk="1" fontAlgn="auto" latinLnBrk="0" hangingPunct="1">
              <a:lnSpc>
                <a:spcPct val="100000"/>
              </a:lnSpc>
              <a:spcBef>
                <a:spcPct val="20000"/>
              </a:spcBef>
              <a:spcAft>
                <a:spcPts val="0"/>
              </a:spcAft>
              <a:buClr>
                <a:srgbClr val="3D3935">
                  <a:lumMod val="75000"/>
                </a:srgbClr>
              </a:buClr>
              <a:buSzTx/>
              <a:buFont typeface="Arial" pitchFamily="34" charset="0"/>
              <a:buNone/>
              <a:tabLst/>
              <a:defRPr/>
            </a:pPr>
            <a:r>
              <a:rPr lang="es-ES" dirty="0"/>
              <a:t>Editar el estilo de texto del patrón</a:t>
            </a:r>
          </a:p>
        </p:txBody>
      </p:sp>
      <p:grpSp>
        <p:nvGrpSpPr>
          <p:cNvPr id="6" name="Grupo 5"/>
          <p:cNvGrpSpPr/>
          <p:nvPr userDrawn="1"/>
        </p:nvGrpSpPr>
        <p:grpSpPr bwMode="auto">
          <a:xfrm>
            <a:off x="10328936" y="6242390"/>
            <a:ext cx="1871531" cy="642611"/>
            <a:chOff x="8064500" y="4790414"/>
            <a:chExt cx="1083150" cy="371911"/>
          </a:xfrm>
        </p:grpSpPr>
        <p:sp>
          <p:nvSpPr>
            <p:cNvPr id="7" name="Forma libre 6">
              <a:extLst>
                <a:ext uri="{FF2B5EF4-FFF2-40B4-BE49-F238E27FC236}">
                  <a16:creationId xmlns:a16="http://schemas.microsoft.com/office/drawing/2014/main" id="{C6C3A9BA-FA29-AF49-93DF-C962E39BE4D1}"/>
                </a:ext>
              </a:extLst>
            </p:cNvPr>
            <p:cNvSpPr/>
            <p:nvPr userDrawn="1"/>
          </p:nvSpPr>
          <p:spPr bwMode="auto">
            <a:xfrm>
              <a:off x="8261825" y="4790414"/>
              <a:ext cx="885825" cy="349250"/>
            </a:xfrm>
            <a:custGeom>
              <a:avLst/>
              <a:gdLst>
                <a:gd name="connsiteX0" fmla="*/ 885825 w 885825"/>
                <a:gd name="connsiteY0" fmla="*/ 225425 h 349250"/>
                <a:gd name="connsiteX1" fmla="*/ 885825 w 885825"/>
                <a:gd name="connsiteY1" fmla="*/ 0 h 349250"/>
                <a:gd name="connsiteX2" fmla="*/ 0 w 885825"/>
                <a:gd name="connsiteY2" fmla="*/ 250825 h 349250"/>
                <a:gd name="connsiteX3" fmla="*/ 0 w 885825"/>
                <a:gd name="connsiteY3" fmla="*/ 349250 h 349250"/>
                <a:gd name="connsiteX4" fmla="*/ 885825 w 885825"/>
                <a:gd name="connsiteY4" fmla="*/ 225425 h 349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25" h="349250">
                  <a:moveTo>
                    <a:pt x="885825" y="225425"/>
                  </a:moveTo>
                  <a:lnTo>
                    <a:pt x="885825" y="0"/>
                  </a:lnTo>
                  <a:lnTo>
                    <a:pt x="0" y="250825"/>
                  </a:lnTo>
                  <a:lnTo>
                    <a:pt x="0" y="349250"/>
                  </a:lnTo>
                  <a:lnTo>
                    <a:pt x="885825" y="22542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90"/>
              <a:endParaRPr lang="es-ES" sz="2397" dirty="0">
                <a:solidFill>
                  <a:srgbClr val="FFFFFF"/>
                </a:solidFill>
              </a:endParaRPr>
            </a:p>
          </p:txBody>
        </p:sp>
        <p:sp>
          <p:nvSpPr>
            <p:cNvPr id="10" name="Triángulo 10">
              <a:extLst>
                <a:ext uri="{FF2B5EF4-FFF2-40B4-BE49-F238E27FC236}">
                  <a16:creationId xmlns:a16="http://schemas.microsoft.com/office/drawing/2014/main" id="{400DAD3A-8917-4A46-A174-4210FBD17B57}"/>
                </a:ext>
              </a:extLst>
            </p:cNvPr>
            <p:cNvSpPr/>
            <p:nvPr userDrawn="1"/>
          </p:nvSpPr>
          <p:spPr bwMode="auto">
            <a:xfrm>
              <a:off x="8064500" y="4844050"/>
              <a:ext cx="1083150" cy="318275"/>
            </a:xfrm>
            <a:custGeom>
              <a:avLst/>
              <a:gdLst>
                <a:gd name="connsiteX0" fmla="*/ 0 w 2282400"/>
                <a:gd name="connsiteY0" fmla="*/ 1101600 h 1101600"/>
                <a:gd name="connsiteX1" fmla="*/ 1141200 w 2282400"/>
                <a:gd name="connsiteY1" fmla="*/ 0 h 1101600"/>
                <a:gd name="connsiteX2" fmla="*/ 2282400 w 2282400"/>
                <a:gd name="connsiteY2" fmla="*/ 1101600 h 1101600"/>
                <a:gd name="connsiteX3" fmla="*/ 0 w 2282400"/>
                <a:gd name="connsiteY3" fmla="*/ 1101600 h 1101600"/>
                <a:gd name="connsiteX0" fmla="*/ 0 w 2300400"/>
                <a:gd name="connsiteY0" fmla="*/ 302400 h 302400"/>
                <a:gd name="connsiteX1" fmla="*/ 2300400 w 2300400"/>
                <a:gd name="connsiteY1" fmla="*/ 0 h 302400"/>
                <a:gd name="connsiteX2" fmla="*/ 2282400 w 2300400"/>
                <a:gd name="connsiteY2" fmla="*/ 302400 h 302400"/>
                <a:gd name="connsiteX3" fmla="*/ 0 w 2300400"/>
                <a:gd name="connsiteY3" fmla="*/ 302400 h 302400"/>
                <a:gd name="connsiteX0" fmla="*/ 0 w 1026000"/>
                <a:gd name="connsiteY0" fmla="*/ 295200 h 302400"/>
                <a:gd name="connsiteX1" fmla="*/ 1026000 w 1026000"/>
                <a:gd name="connsiteY1" fmla="*/ 0 h 302400"/>
                <a:gd name="connsiteX2" fmla="*/ 1008000 w 1026000"/>
                <a:gd name="connsiteY2" fmla="*/ 302400 h 302400"/>
                <a:gd name="connsiteX3" fmla="*/ 0 w 1026000"/>
                <a:gd name="connsiteY3" fmla="*/ 295200 h 302400"/>
                <a:gd name="connsiteX0" fmla="*/ 0 w 1083150"/>
                <a:gd name="connsiteY0" fmla="*/ 307900 h 315100"/>
                <a:gd name="connsiteX1" fmla="*/ 1083150 w 1083150"/>
                <a:gd name="connsiteY1" fmla="*/ 0 h 315100"/>
                <a:gd name="connsiteX2" fmla="*/ 1008000 w 1083150"/>
                <a:gd name="connsiteY2" fmla="*/ 315100 h 315100"/>
                <a:gd name="connsiteX3" fmla="*/ 0 w 1083150"/>
                <a:gd name="connsiteY3" fmla="*/ 307900 h 315100"/>
                <a:gd name="connsiteX0" fmla="*/ 0 w 1083150"/>
                <a:gd name="connsiteY0" fmla="*/ 307900 h 315100"/>
                <a:gd name="connsiteX1" fmla="*/ 1083150 w 1083150"/>
                <a:gd name="connsiteY1" fmla="*/ 0 h 315100"/>
                <a:gd name="connsiteX2" fmla="*/ 1074675 w 1083150"/>
                <a:gd name="connsiteY2" fmla="*/ 315100 h 315100"/>
                <a:gd name="connsiteX3" fmla="*/ 0 w 1083150"/>
                <a:gd name="connsiteY3" fmla="*/ 307900 h 315100"/>
                <a:gd name="connsiteX0" fmla="*/ 0 w 1083150"/>
                <a:gd name="connsiteY0" fmla="*/ 307900 h 318275"/>
                <a:gd name="connsiteX1" fmla="*/ 1083150 w 1083150"/>
                <a:gd name="connsiteY1" fmla="*/ 0 h 318275"/>
                <a:gd name="connsiteX2" fmla="*/ 1081025 w 1083150"/>
                <a:gd name="connsiteY2" fmla="*/ 318275 h 318275"/>
                <a:gd name="connsiteX3" fmla="*/ 0 w 1083150"/>
                <a:gd name="connsiteY3" fmla="*/ 307900 h 318275"/>
              </a:gdLst>
              <a:ahLst/>
              <a:cxnLst>
                <a:cxn ang="0">
                  <a:pos x="connsiteX0" y="connsiteY0"/>
                </a:cxn>
                <a:cxn ang="0">
                  <a:pos x="connsiteX1" y="connsiteY1"/>
                </a:cxn>
                <a:cxn ang="0">
                  <a:pos x="connsiteX2" y="connsiteY2"/>
                </a:cxn>
                <a:cxn ang="0">
                  <a:pos x="connsiteX3" y="connsiteY3"/>
                </a:cxn>
              </a:cxnLst>
              <a:rect l="l" t="t" r="r" b="b"/>
              <a:pathLst>
                <a:path w="1083150" h="318275">
                  <a:moveTo>
                    <a:pt x="0" y="307900"/>
                  </a:moveTo>
                  <a:lnTo>
                    <a:pt x="1083150" y="0"/>
                  </a:lnTo>
                  <a:cubicBezTo>
                    <a:pt x="1082442" y="106092"/>
                    <a:pt x="1081733" y="212183"/>
                    <a:pt x="1081025" y="318275"/>
                  </a:cubicBezTo>
                  <a:lnTo>
                    <a:pt x="0" y="3079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90"/>
              <a:endParaRPr lang="es-ES" sz="2397" dirty="0">
                <a:solidFill>
                  <a:srgbClr val="FFFFFF"/>
                </a:solidFill>
              </a:endParaRPr>
            </a:p>
          </p:txBody>
        </p:sp>
      </p:grpSp>
      <p:pic>
        <p:nvPicPr>
          <p:cNvPr id="11" name="Imagen 10"/>
          <p:cNvPicPr>
            <a:picLocks noChangeAspect="1"/>
          </p:cNvPicPr>
          <p:nvPr userDrawn="1"/>
        </p:nvPicPr>
        <p:blipFill>
          <a:blip r:embed="rId6" cstate="email">
            <a:lum/>
            <a:extLst>
              <a:ext uri="{28A0092B-C50C-407E-A947-70E740481C1C}">
                <a14:useLocalDpi xmlns:a14="http://schemas.microsoft.com/office/drawing/2010/main"/>
              </a:ext>
            </a:extLst>
          </a:blip>
          <a:stretch>
            <a:fillRect/>
          </a:stretch>
        </p:blipFill>
        <p:spPr bwMode="auto">
          <a:xfrm>
            <a:off x="8887258" y="6540533"/>
            <a:ext cx="1145182" cy="248840"/>
          </a:xfrm>
          <a:prstGeom prst="rect">
            <a:avLst/>
          </a:prstGeom>
        </p:spPr>
      </p:pic>
      <p:sp>
        <p:nvSpPr>
          <p:cNvPr id="12" name="Freeform 5"/>
          <p:cNvSpPr>
            <a:spLocks noEditPoints="1"/>
          </p:cNvSpPr>
          <p:nvPr userDrawn="1"/>
        </p:nvSpPr>
        <p:spPr bwMode="auto">
          <a:xfrm>
            <a:off x="336000" y="6506083"/>
            <a:ext cx="858184" cy="171408"/>
          </a:xfrm>
          <a:custGeom>
            <a:avLst/>
            <a:gdLst>
              <a:gd name="T0" fmla="*/ 1051 w 1701"/>
              <a:gd name="T1" fmla="*/ 298 h 337"/>
              <a:gd name="T2" fmla="*/ 967 w 1701"/>
              <a:gd name="T3" fmla="*/ 337 h 337"/>
              <a:gd name="T4" fmla="*/ 877 w 1701"/>
              <a:gd name="T5" fmla="*/ 262 h 337"/>
              <a:gd name="T6" fmla="*/ 906 w 1701"/>
              <a:gd name="T7" fmla="*/ 285 h 337"/>
              <a:gd name="T8" fmla="*/ 991 w 1701"/>
              <a:gd name="T9" fmla="*/ 309 h 337"/>
              <a:gd name="T10" fmla="*/ 1033 w 1701"/>
              <a:gd name="T11" fmla="*/ 263 h 337"/>
              <a:gd name="T12" fmla="*/ 926 w 1701"/>
              <a:gd name="T13" fmla="*/ 200 h 337"/>
              <a:gd name="T14" fmla="*/ 888 w 1701"/>
              <a:gd name="T15" fmla="*/ 112 h 337"/>
              <a:gd name="T16" fmla="*/ 967 w 1701"/>
              <a:gd name="T17" fmla="*/ 75 h 337"/>
              <a:gd name="T18" fmla="*/ 1056 w 1701"/>
              <a:gd name="T19" fmla="*/ 149 h 337"/>
              <a:gd name="T20" fmla="*/ 1013 w 1701"/>
              <a:gd name="T21" fmla="*/ 112 h 337"/>
              <a:gd name="T22" fmla="*/ 925 w 1701"/>
              <a:gd name="T23" fmla="*/ 108 h 337"/>
              <a:gd name="T24" fmla="*/ 913 w 1701"/>
              <a:gd name="T25" fmla="*/ 163 h 337"/>
              <a:gd name="T26" fmla="*/ 1046 w 1701"/>
              <a:gd name="T27" fmla="*/ 222 h 337"/>
              <a:gd name="T28" fmla="*/ 680 w 1701"/>
              <a:gd name="T29" fmla="*/ 86 h 337"/>
              <a:gd name="T30" fmla="*/ 656 w 1701"/>
              <a:gd name="T31" fmla="*/ 103 h 337"/>
              <a:gd name="T32" fmla="*/ 656 w 1701"/>
              <a:gd name="T33" fmla="*/ 103 h 337"/>
              <a:gd name="T34" fmla="*/ 632 w 1701"/>
              <a:gd name="T35" fmla="*/ 335 h 337"/>
              <a:gd name="T36" fmla="*/ 661 w 1701"/>
              <a:gd name="T37" fmla="*/ 137 h 337"/>
              <a:gd name="T38" fmla="*/ 722 w 1701"/>
              <a:gd name="T39" fmla="*/ 100 h 337"/>
              <a:gd name="T40" fmla="*/ 783 w 1701"/>
              <a:gd name="T41" fmla="*/ 140 h 337"/>
              <a:gd name="T42" fmla="*/ 810 w 1701"/>
              <a:gd name="T43" fmla="*/ 335 h 337"/>
              <a:gd name="T44" fmla="*/ 722 w 1701"/>
              <a:gd name="T45" fmla="*/ 75 h 337"/>
              <a:gd name="T46" fmla="*/ 1692 w 1701"/>
              <a:gd name="T47" fmla="*/ 298 h 337"/>
              <a:gd name="T48" fmla="*/ 1607 w 1701"/>
              <a:gd name="T49" fmla="*/ 256 h 337"/>
              <a:gd name="T50" fmla="*/ 1686 w 1701"/>
              <a:gd name="T51" fmla="*/ 101 h 337"/>
              <a:gd name="T52" fmla="*/ 1607 w 1701"/>
              <a:gd name="T53" fmla="*/ 78 h 337"/>
              <a:gd name="T54" fmla="*/ 1583 w 1701"/>
              <a:gd name="T55" fmla="*/ 257 h 337"/>
              <a:gd name="T56" fmla="*/ 248 w 1701"/>
              <a:gd name="T57" fmla="*/ 75 h 337"/>
              <a:gd name="T58" fmla="*/ 181 w 1701"/>
              <a:gd name="T59" fmla="*/ 98 h 337"/>
              <a:gd name="T60" fmla="*/ 92 w 1701"/>
              <a:gd name="T61" fmla="*/ 75 h 337"/>
              <a:gd name="T62" fmla="*/ 0 w 1701"/>
              <a:gd name="T63" fmla="*/ 164 h 337"/>
              <a:gd name="T64" fmla="*/ 25 w 1701"/>
              <a:gd name="T65" fmla="*/ 164 h 337"/>
              <a:gd name="T66" fmla="*/ 57 w 1701"/>
              <a:gd name="T67" fmla="*/ 106 h 337"/>
              <a:gd name="T68" fmla="*/ 124 w 1701"/>
              <a:gd name="T69" fmla="*/ 106 h 337"/>
              <a:gd name="T70" fmla="*/ 156 w 1701"/>
              <a:gd name="T71" fmla="*/ 164 h 337"/>
              <a:gd name="T72" fmla="*/ 182 w 1701"/>
              <a:gd name="T73" fmla="*/ 164 h 337"/>
              <a:gd name="T74" fmla="*/ 214 w 1701"/>
              <a:gd name="T75" fmla="*/ 106 h 337"/>
              <a:gd name="T76" fmla="*/ 281 w 1701"/>
              <a:gd name="T77" fmla="*/ 106 h 337"/>
              <a:gd name="T78" fmla="*/ 313 w 1701"/>
              <a:gd name="T79" fmla="*/ 164 h 337"/>
              <a:gd name="T80" fmla="*/ 338 w 1701"/>
              <a:gd name="T81" fmla="*/ 164 h 337"/>
              <a:gd name="T82" fmla="*/ 1522 w 1701"/>
              <a:gd name="T83" fmla="*/ 334 h 337"/>
              <a:gd name="T84" fmla="*/ 1522 w 1701"/>
              <a:gd name="T85" fmla="*/ 311 h 337"/>
              <a:gd name="T86" fmla="*/ 1381 w 1701"/>
              <a:gd name="T87" fmla="*/ 78 h 337"/>
              <a:gd name="T88" fmla="*/ 1381 w 1701"/>
              <a:gd name="T89" fmla="*/ 101 h 337"/>
              <a:gd name="T90" fmla="*/ 1381 w 1701"/>
              <a:gd name="T91" fmla="*/ 311 h 337"/>
              <a:gd name="T92" fmla="*/ 1381 w 1701"/>
              <a:gd name="T93" fmla="*/ 334 h 337"/>
              <a:gd name="T94" fmla="*/ 415 w 1701"/>
              <a:gd name="T95" fmla="*/ 78 h 337"/>
              <a:gd name="T96" fmla="*/ 415 w 1701"/>
              <a:gd name="T97" fmla="*/ 101 h 337"/>
              <a:gd name="T98" fmla="*/ 412 w 1701"/>
              <a:gd name="T99" fmla="*/ 311 h 337"/>
              <a:gd name="T100" fmla="*/ 556 w 1701"/>
              <a:gd name="T101" fmla="*/ 311 h 337"/>
              <a:gd name="T102" fmla="*/ 1297 w 1701"/>
              <a:gd name="T103" fmla="*/ 126 h 337"/>
              <a:gd name="T104" fmla="*/ 1288 w 1701"/>
              <a:gd name="T105" fmla="*/ 334 h 337"/>
              <a:gd name="T106" fmla="*/ 1280 w 1701"/>
              <a:gd name="T107" fmla="*/ 313 h 337"/>
              <a:gd name="T108" fmla="*/ 1148 w 1701"/>
              <a:gd name="T109" fmla="*/ 314 h 337"/>
              <a:gd name="T110" fmla="*/ 1130 w 1701"/>
              <a:gd name="T111" fmla="*/ 126 h 337"/>
              <a:gd name="T112" fmla="*/ 1250 w 1701"/>
              <a:gd name="T113" fmla="*/ 81 h 337"/>
              <a:gd name="T114" fmla="*/ 1278 w 1701"/>
              <a:gd name="T115" fmla="*/ 162 h 337"/>
              <a:gd name="T116" fmla="*/ 1166 w 1701"/>
              <a:gd name="T117" fmla="*/ 116 h 337"/>
              <a:gd name="T118" fmla="*/ 1152 w 1701"/>
              <a:gd name="T119" fmla="*/ 271 h 337"/>
              <a:gd name="T120" fmla="*/ 1214 w 1701"/>
              <a:gd name="T121" fmla="*/ 312 h 337"/>
              <a:gd name="T122" fmla="*/ 1275 w 1701"/>
              <a:gd name="T123" fmla="*/ 271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1" h="337">
                <a:moveTo>
                  <a:pt x="1046" y="222"/>
                </a:moveTo>
                <a:cubicBezTo>
                  <a:pt x="1054" y="233"/>
                  <a:pt x="1058" y="247"/>
                  <a:pt x="1058" y="263"/>
                </a:cubicBezTo>
                <a:cubicBezTo>
                  <a:pt x="1058" y="276"/>
                  <a:pt x="1056" y="288"/>
                  <a:pt x="1051" y="298"/>
                </a:cubicBezTo>
                <a:cubicBezTo>
                  <a:pt x="1046" y="307"/>
                  <a:pt x="1039" y="315"/>
                  <a:pt x="1031" y="321"/>
                </a:cubicBezTo>
                <a:cubicBezTo>
                  <a:pt x="1022" y="327"/>
                  <a:pt x="1013" y="331"/>
                  <a:pt x="1001" y="333"/>
                </a:cubicBezTo>
                <a:cubicBezTo>
                  <a:pt x="991" y="335"/>
                  <a:pt x="979" y="337"/>
                  <a:pt x="967" y="337"/>
                </a:cubicBezTo>
                <a:cubicBezTo>
                  <a:pt x="940" y="337"/>
                  <a:pt x="919" y="331"/>
                  <a:pt x="902" y="319"/>
                </a:cubicBezTo>
                <a:cubicBezTo>
                  <a:pt x="886" y="306"/>
                  <a:pt x="877" y="288"/>
                  <a:pt x="876" y="263"/>
                </a:cubicBezTo>
                <a:cubicBezTo>
                  <a:pt x="876" y="263"/>
                  <a:pt x="877" y="262"/>
                  <a:pt x="877" y="262"/>
                </a:cubicBezTo>
                <a:cubicBezTo>
                  <a:pt x="901" y="262"/>
                  <a:pt x="901" y="262"/>
                  <a:pt x="901" y="262"/>
                </a:cubicBezTo>
                <a:cubicBezTo>
                  <a:pt x="901" y="262"/>
                  <a:pt x="902" y="263"/>
                  <a:pt x="902" y="263"/>
                </a:cubicBezTo>
                <a:cubicBezTo>
                  <a:pt x="902" y="272"/>
                  <a:pt x="903" y="280"/>
                  <a:pt x="906" y="285"/>
                </a:cubicBezTo>
                <a:cubicBezTo>
                  <a:pt x="910" y="291"/>
                  <a:pt x="914" y="296"/>
                  <a:pt x="920" y="300"/>
                </a:cubicBezTo>
                <a:cubicBezTo>
                  <a:pt x="926" y="303"/>
                  <a:pt x="932" y="306"/>
                  <a:pt x="940" y="308"/>
                </a:cubicBezTo>
                <a:cubicBezTo>
                  <a:pt x="954" y="311"/>
                  <a:pt x="970" y="311"/>
                  <a:pt x="991" y="309"/>
                </a:cubicBezTo>
                <a:cubicBezTo>
                  <a:pt x="998" y="308"/>
                  <a:pt x="1005" y="306"/>
                  <a:pt x="1012" y="303"/>
                </a:cubicBezTo>
                <a:cubicBezTo>
                  <a:pt x="1018" y="299"/>
                  <a:pt x="1023" y="295"/>
                  <a:pt x="1027" y="288"/>
                </a:cubicBezTo>
                <a:cubicBezTo>
                  <a:pt x="1031" y="282"/>
                  <a:pt x="1033" y="274"/>
                  <a:pt x="1033" y="263"/>
                </a:cubicBezTo>
                <a:cubicBezTo>
                  <a:pt x="1033" y="254"/>
                  <a:pt x="1031" y="246"/>
                  <a:pt x="1026" y="238"/>
                </a:cubicBezTo>
                <a:cubicBezTo>
                  <a:pt x="1021" y="231"/>
                  <a:pt x="1013" y="226"/>
                  <a:pt x="1003" y="223"/>
                </a:cubicBezTo>
                <a:cubicBezTo>
                  <a:pt x="926" y="200"/>
                  <a:pt x="926" y="200"/>
                  <a:pt x="926" y="200"/>
                </a:cubicBezTo>
                <a:cubicBezTo>
                  <a:pt x="911" y="196"/>
                  <a:pt x="901" y="190"/>
                  <a:pt x="893" y="180"/>
                </a:cubicBezTo>
                <a:cubicBezTo>
                  <a:pt x="885" y="170"/>
                  <a:pt x="881" y="158"/>
                  <a:pt x="881" y="144"/>
                </a:cubicBezTo>
                <a:cubicBezTo>
                  <a:pt x="881" y="131"/>
                  <a:pt x="884" y="121"/>
                  <a:pt x="888" y="112"/>
                </a:cubicBezTo>
                <a:cubicBezTo>
                  <a:pt x="893" y="103"/>
                  <a:pt x="899" y="96"/>
                  <a:pt x="907" y="90"/>
                </a:cubicBezTo>
                <a:cubicBezTo>
                  <a:pt x="915" y="85"/>
                  <a:pt x="924" y="81"/>
                  <a:pt x="934" y="78"/>
                </a:cubicBezTo>
                <a:cubicBezTo>
                  <a:pt x="945" y="76"/>
                  <a:pt x="955" y="75"/>
                  <a:pt x="967" y="75"/>
                </a:cubicBezTo>
                <a:cubicBezTo>
                  <a:pt x="993" y="75"/>
                  <a:pt x="1014" y="81"/>
                  <a:pt x="1030" y="93"/>
                </a:cubicBezTo>
                <a:cubicBezTo>
                  <a:pt x="1047" y="105"/>
                  <a:pt x="1055" y="124"/>
                  <a:pt x="1056" y="148"/>
                </a:cubicBezTo>
                <a:cubicBezTo>
                  <a:pt x="1056" y="148"/>
                  <a:pt x="1056" y="149"/>
                  <a:pt x="1056" y="149"/>
                </a:cubicBezTo>
                <a:cubicBezTo>
                  <a:pt x="1032" y="149"/>
                  <a:pt x="1032" y="149"/>
                  <a:pt x="1032" y="149"/>
                </a:cubicBezTo>
                <a:cubicBezTo>
                  <a:pt x="1032" y="149"/>
                  <a:pt x="1032" y="148"/>
                  <a:pt x="1032" y="148"/>
                </a:cubicBezTo>
                <a:cubicBezTo>
                  <a:pt x="1031" y="131"/>
                  <a:pt x="1025" y="119"/>
                  <a:pt x="1013" y="112"/>
                </a:cubicBezTo>
                <a:cubicBezTo>
                  <a:pt x="1002" y="104"/>
                  <a:pt x="986" y="100"/>
                  <a:pt x="966" y="100"/>
                </a:cubicBezTo>
                <a:cubicBezTo>
                  <a:pt x="958" y="100"/>
                  <a:pt x="951" y="100"/>
                  <a:pt x="944" y="102"/>
                </a:cubicBezTo>
                <a:cubicBezTo>
                  <a:pt x="937" y="103"/>
                  <a:pt x="931" y="105"/>
                  <a:pt x="925" y="108"/>
                </a:cubicBezTo>
                <a:cubicBezTo>
                  <a:pt x="919" y="111"/>
                  <a:pt x="915" y="115"/>
                  <a:pt x="911" y="121"/>
                </a:cubicBezTo>
                <a:cubicBezTo>
                  <a:pt x="908" y="127"/>
                  <a:pt x="906" y="134"/>
                  <a:pt x="906" y="144"/>
                </a:cubicBezTo>
                <a:cubicBezTo>
                  <a:pt x="906" y="151"/>
                  <a:pt x="908" y="157"/>
                  <a:pt x="913" y="163"/>
                </a:cubicBezTo>
                <a:cubicBezTo>
                  <a:pt x="917" y="170"/>
                  <a:pt x="924" y="174"/>
                  <a:pt x="934" y="177"/>
                </a:cubicBezTo>
                <a:cubicBezTo>
                  <a:pt x="1011" y="199"/>
                  <a:pt x="1011" y="199"/>
                  <a:pt x="1011" y="199"/>
                </a:cubicBezTo>
                <a:cubicBezTo>
                  <a:pt x="1026" y="204"/>
                  <a:pt x="1038" y="211"/>
                  <a:pt x="1046" y="222"/>
                </a:cubicBezTo>
                <a:close/>
                <a:moveTo>
                  <a:pt x="722" y="75"/>
                </a:moveTo>
                <a:cubicBezTo>
                  <a:pt x="715" y="75"/>
                  <a:pt x="708" y="76"/>
                  <a:pt x="701" y="78"/>
                </a:cubicBezTo>
                <a:cubicBezTo>
                  <a:pt x="694" y="79"/>
                  <a:pt x="687" y="82"/>
                  <a:pt x="680" y="86"/>
                </a:cubicBezTo>
                <a:cubicBezTo>
                  <a:pt x="673" y="89"/>
                  <a:pt x="667" y="93"/>
                  <a:pt x="662" y="98"/>
                </a:cubicBezTo>
                <a:cubicBezTo>
                  <a:pt x="660" y="100"/>
                  <a:pt x="658" y="101"/>
                  <a:pt x="656" y="103"/>
                </a:cubicBezTo>
                <a:cubicBezTo>
                  <a:pt x="656" y="103"/>
                  <a:pt x="656" y="103"/>
                  <a:pt x="656" y="103"/>
                </a:cubicBezTo>
                <a:cubicBezTo>
                  <a:pt x="656" y="103"/>
                  <a:pt x="656" y="103"/>
                  <a:pt x="656" y="103"/>
                </a:cubicBezTo>
                <a:cubicBezTo>
                  <a:pt x="656" y="103"/>
                  <a:pt x="656" y="103"/>
                  <a:pt x="656" y="103"/>
                </a:cubicBezTo>
                <a:cubicBezTo>
                  <a:pt x="656" y="103"/>
                  <a:pt x="656" y="103"/>
                  <a:pt x="656" y="103"/>
                </a:cubicBezTo>
                <a:cubicBezTo>
                  <a:pt x="643" y="78"/>
                  <a:pt x="643" y="78"/>
                  <a:pt x="643" y="78"/>
                </a:cubicBezTo>
                <a:cubicBezTo>
                  <a:pt x="632" y="78"/>
                  <a:pt x="632" y="78"/>
                  <a:pt x="632" y="78"/>
                </a:cubicBezTo>
                <a:cubicBezTo>
                  <a:pt x="632" y="335"/>
                  <a:pt x="632" y="335"/>
                  <a:pt x="632" y="335"/>
                </a:cubicBezTo>
                <a:cubicBezTo>
                  <a:pt x="656" y="335"/>
                  <a:pt x="656" y="335"/>
                  <a:pt x="656" y="335"/>
                </a:cubicBezTo>
                <a:cubicBezTo>
                  <a:pt x="656" y="162"/>
                  <a:pt x="656" y="162"/>
                  <a:pt x="656" y="162"/>
                </a:cubicBezTo>
                <a:cubicBezTo>
                  <a:pt x="656" y="152"/>
                  <a:pt x="658" y="144"/>
                  <a:pt x="661" y="137"/>
                </a:cubicBezTo>
                <a:cubicBezTo>
                  <a:pt x="664" y="129"/>
                  <a:pt x="669" y="122"/>
                  <a:pt x="674" y="117"/>
                </a:cubicBezTo>
                <a:cubicBezTo>
                  <a:pt x="680" y="112"/>
                  <a:pt x="687" y="108"/>
                  <a:pt x="695" y="105"/>
                </a:cubicBezTo>
                <a:cubicBezTo>
                  <a:pt x="703" y="102"/>
                  <a:pt x="712" y="100"/>
                  <a:pt x="722" y="100"/>
                </a:cubicBezTo>
                <a:cubicBezTo>
                  <a:pt x="735" y="100"/>
                  <a:pt x="745" y="102"/>
                  <a:pt x="754" y="106"/>
                </a:cubicBezTo>
                <a:cubicBezTo>
                  <a:pt x="762" y="110"/>
                  <a:pt x="769" y="115"/>
                  <a:pt x="773" y="120"/>
                </a:cubicBezTo>
                <a:cubicBezTo>
                  <a:pt x="778" y="126"/>
                  <a:pt x="781" y="133"/>
                  <a:pt x="783" y="140"/>
                </a:cubicBezTo>
                <a:cubicBezTo>
                  <a:pt x="785" y="149"/>
                  <a:pt x="786" y="156"/>
                  <a:pt x="786" y="163"/>
                </a:cubicBezTo>
                <a:cubicBezTo>
                  <a:pt x="786" y="335"/>
                  <a:pt x="786" y="335"/>
                  <a:pt x="786" y="335"/>
                </a:cubicBezTo>
                <a:cubicBezTo>
                  <a:pt x="810" y="335"/>
                  <a:pt x="810" y="335"/>
                  <a:pt x="810" y="335"/>
                </a:cubicBezTo>
                <a:cubicBezTo>
                  <a:pt x="810" y="163"/>
                  <a:pt x="810" y="163"/>
                  <a:pt x="810" y="163"/>
                </a:cubicBezTo>
                <a:cubicBezTo>
                  <a:pt x="810" y="135"/>
                  <a:pt x="802" y="113"/>
                  <a:pt x="787" y="98"/>
                </a:cubicBezTo>
                <a:cubicBezTo>
                  <a:pt x="771" y="83"/>
                  <a:pt x="749" y="75"/>
                  <a:pt x="722" y="75"/>
                </a:cubicBezTo>
                <a:close/>
                <a:moveTo>
                  <a:pt x="1650" y="337"/>
                </a:moveTo>
                <a:cubicBezTo>
                  <a:pt x="1672" y="337"/>
                  <a:pt x="1689" y="331"/>
                  <a:pt x="1701" y="321"/>
                </a:cubicBezTo>
                <a:cubicBezTo>
                  <a:pt x="1692" y="298"/>
                  <a:pt x="1692" y="298"/>
                  <a:pt x="1692" y="298"/>
                </a:cubicBezTo>
                <a:cubicBezTo>
                  <a:pt x="1683" y="306"/>
                  <a:pt x="1670" y="313"/>
                  <a:pt x="1650" y="313"/>
                </a:cubicBezTo>
                <a:cubicBezTo>
                  <a:pt x="1636" y="313"/>
                  <a:pt x="1625" y="308"/>
                  <a:pt x="1618" y="300"/>
                </a:cubicBezTo>
                <a:cubicBezTo>
                  <a:pt x="1611" y="291"/>
                  <a:pt x="1607" y="277"/>
                  <a:pt x="1607" y="256"/>
                </a:cubicBezTo>
                <a:cubicBezTo>
                  <a:pt x="1607" y="101"/>
                  <a:pt x="1607" y="101"/>
                  <a:pt x="1607" y="101"/>
                </a:cubicBezTo>
                <a:cubicBezTo>
                  <a:pt x="1685" y="101"/>
                  <a:pt x="1685" y="101"/>
                  <a:pt x="1685" y="101"/>
                </a:cubicBezTo>
                <a:cubicBezTo>
                  <a:pt x="1686" y="101"/>
                  <a:pt x="1686" y="101"/>
                  <a:pt x="1686" y="101"/>
                </a:cubicBezTo>
                <a:cubicBezTo>
                  <a:pt x="1686" y="78"/>
                  <a:pt x="1686" y="78"/>
                  <a:pt x="1686" y="78"/>
                </a:cubicBezTo>
                <a:cubicBezTo>
                  <a:pt x="1686" y="78"/>
                  <a:pt x="1686" y="78"/>
                  <a:pt x="1685" y="78"/>
                </a:cubicBezTo>
                <a:cubicBezTo>
                  <a:pt x="1607" y="78"/>
                  <a:pt x="1607" y="78"/>
                  <a:pt x="1607" y="78"/>
                </a:cubicBezTo>
                <a:cubicBezTo>
                  <a:pt x="1607" y="0"/>
                  <a:pt x="1607" y="0"/>
                  <a:pt x="1607" y="0"/>
                </a:cubicBezTo>
                <a:cubicBezTo>
                  <a:pt x="1583" y="0"/>
                  <a:pt x="1583" y="0"/>
                  <a:pt x="1583" y="0"/>
                </a:cubicBezTo>
                <a:cubicBezTo>
                  <a:pt x="1583" y="257"/>
                  <a:pt x="1583" y="257"/>
                  <a:pt x="1583" y="257"/>
                </a:cubicBezTo>
                <a:cubicBezTo>
                  <a:pt x="1583" y="284"/>
                  <a:pt x="1589" y="304"/>
                  <a:pt x="1600" y="317"/>
                </a:cubicBezTo>
                <a:cubicBezTo>
                  <a:pt x="1612" y="330"/>
                  <a:pt x="1629" y="337"/>
                  <a:pt x="1650" y="337"/>
                </a:cubicBezTo>
                <a:close/>
                <a:moveTo>
                  <a:pt x="248" y="75"/>
                </a:moveTo>
                <a:cubicBezTo>
                  <a:pt x="248" y="75"/>
                  <a:pt x="248" y="75"/>
                  <a:pt x="248" y="75"/>
                </a:cubicBezTo>
                <a:cubicBezTo>
                  <a:pt x="247" y="75"/>
                  <a:pt x="247" y="75"/>
                  <a:pt x="247" y="75"/>
                </a:cubicBezTo>
                <a:cubicBezTo>
                  <a:pt x="219" y="75"/>
                  <a:pt x="197" y="83"/>
                  <a:pt x="181" y="98"/>
                </a:cubicBezTo>
                <a:cubicBezTo>
                  <a:pt x="176" y="103"/>
                  <a:pt x="172" y="108"/>
                  <a:pt x="169" y="114"/>
                </a:cubicBezTo>
                <a:cubicBezTo>
                  <a:pt x="166" y="108"/>
                  <a:pt x="162" y="103"/>
                  <a:pt x="157" y="98"/>
                </a:cubicBezTo>
                <a:cubicBezTo>
                  <a:pt x="141" y="83"/>
                  <a:pt x="120" y="75"/>
                  <a:pt x="92" y="75"/>
                </a:cubicBezTo>
                <a:cubicBezTo>
                  <a:pt x="90" y="75"/>
                  <a:pt x="90" y="75"/>
                  <a:pt x="90" y="75"/>
                </a:cubicBezTo>
                <a:cubicBezTo>
                  <a:pt x="62" y="75"/>
                  <a:pt x="40" y="83"/>
                  <a:pt x="24" y="98"/>
                </a:cubicBezTo>
                <a:cubicBezTo>
                  <a:pt x="8" y="114"/>
                  <a:pt x="0" y="136"/>
                  <a:pt x="0" y="164"/>
                </a:cubicBezTo>
                <a:cubicBezTo>
                  <a:pt x="0" y="335"/>
                  <a:pt x="0" y="335"/>
                  <a:pt x="0" y="335"/>
                </a:cubicBezTo>
                <a:cubicBezTo>
                  <a:pt x="25" y="335"/>
                  <a:pt x="25" y="335"/>
                  <a:pt x="25" y="335"/>
                </a:cubicBezTo>
                <a:cubicBezTo>
                  <a:pt x="25" y="164"/>
                  <a:pt x="25" y="164"/>
                  <a:pt x="25" y="164"/>
                </a:cubicBezTo>
                <a:cubicBezTo>
                  <a:pt x="25" y="156"/>
                  <a:pt x="26" y="149"/>
                  <a:pt x="27" y="141"/>
                </a:cubicBezTo>
                <a:cubicBezTo>
                  <a:pt x="29" y="134"/>
                  <a:pt x="33" y="127"/>
                  <a:pt x="37" y="121"/>
                </a:cubicBezTo>
                <a:cubicBezTo>
                  <a:pt x="42" y="115"/>
                  <a:pt x="49" y="110"/>
                  <a:pt x="57" y="106"/>
                </a:cubicBezTo>
                <a:cubicBezTo>
                  <a:pt x="65" y="102"/>
                  <a:pt x="76" y="100"/>
                  <a:pt x="89" y="100"/>
                </a:cubicBezTo>
                <a:cubicBezTo>
                  <a:pt x="89" y="100"/>
                  <a:pt x="90" y="100"/>
                  <a:pt x="91" y="100"/>
                </a:cubicBezTo>
                <a:cubicBezTo>
                  <a:pt x="104" y="100"/>
                  <a:pt x="115" y="102"/>
                  <a:pt x="124" y="106"/>
                </a:cubicBezTo>
                <a:cubicBezTo>
                  <a:pt x="132" y="110"/>
                  <a:pt x="139" y="115"/>
                  <a:pt x="143" y="121"/>
                </a:cubicBezTo>
                <a:cubicBezTo>
                  <a:pt x="148" y="127"/>
                  <a:pt x="151" y="133"/>
                  <a:pt x="153" y="141"/>
                </a:cubicBezTo>
                <a:cubicBezTo>
                  <a:pt x="155" y="149"/>
                  <a:pt x="156" y="157"/>
                  <a:pt x="156" y="164"/>
                </a:cubicBezTo>
                <a:cubicBezTo>
                  <a:pt x="156" y="335"/>
                  <a:pt x="156" y="335"/>
                  <a:pt x="156" y="335"/>
                </a:cubicBezTo>
                <a:cubicBezTo>
                  <a:pt x="182" y="335"/>
                  <a:pt x="182" y="335"/>
                  <a:pt x="182" y="335"/>
                </a:cubicBezTo>
                <a:cubicBezTo>
                  <a:pt x="182" y="164"/>
                  <a:pt x="182" y="164"/>
                  <a:pt x="182" y="164"/>
                </a:cubicBezTo>
                <a:cubicBezTo>
                  <a:pt x="182" y="157"/>
                  <a:pt x="183" y="149"/>
                  <a:pt x="185" y="141"/>
                </a:cubicBezTo>
                <a:cubicBezTo>
                  <a:pt x="186" y="134"/>
                  <a:pt x="190" y="127"/>
                  <a:pt x="194" y="121"/>
                </a:cubicBezTo>
                <a:cubicBezTo>
                  <a:pt x="199" y="115"/>
                  <a:pt x="206" y="110"/>
                  <a:pt x="214" y="106"/>
                </a:cubicBezTo>
                <a:cubicBezTo>
                  <a:pt x="222" y="102"/>
                  <a:pt x="233" y="100"/>
                  <a:pt x="246" y="100"/>
                </a:cubicBezTo>
                <a:cubicBezTo>
                  <a:pt x="247" y="100"/>
                  <a:pt x="247" y="100"/>
                  <a:pt x="248" y="100"/>
                </a:cubicBezTo>
                <a:cubicBezTo>
                  <a:pt x="262" y="100"/>
                  <a:pt x="273" y="102"/>
                  <a:pt x="281" y="106"/>
                </a:cubicBezTo>
                <a:cubicBezTo>
                  <a:pt x="289" y="110"/>
                  <a:pt x="296" y="115"/>
                  <a:pt x="301" y="121"/>
                </a:cubicBezTo>
                <a:cubicBezTo>
                  <a:pt x="305" y="127"/>
                  <a:pt x="309" y="134"/>
                  <a:pt x="311" y="141"/>
                </a:cubicBezTo>
                <a:cubicBezTo>
                  <a:pt x="312" y="149"/>
                  <a:pt x="313" y="157"/>
                  <a:pt x="313" y="164"/>
                </a:cubicBezTo>
                <a:cubicBezTo>
                  <a:pt x="313" y="335"/>
                  <a:pt x="313" y="335"/>
                  <a:pt x="313" y="335"/>
                </a:cubicBezTo>
                <a:cubicBezTo>
                  <a:pt x="338" y="335"/>
                  <a:pt x="338" y="335"/>
                  <a:pt x="338" y="335"/>
                </a:cubicBezTo>
                <a:cubicBezTo>
                  <a:pt x="338" y="164"/>
                  <a:pt x="338" y="164"/>
                  <a:pt x="338" y="164"/>
                </a:cubicBezTo>
                <a:cubicBezTo>
                  <a:pt x="338" y="136"/>
                  <a:pt x="330" y="114"/>
                  <a:pt x="314" y="98"/>
                </a:cubicBezTo>
                <a:cubicBezTo>
                  <a:pt x="298" y="83"/>
                  <a:pt x="276" y="75"/>
                  <a:pt x="248" y="75"/>
                </a:cubicBezTo>
                <a:close/>
                <a:moveTo>
                  <a:pt x="1522" y="334"/>
                </a:moveTo>
                <a:cubicBezTo>
                  <a:pt x="1523" y="334"/>
                  <a:pt x="1523" y="334"/>
                  <a:pt x="1524" y="334"/>
                </a:cubicBezTo>
                <a:cubicBezTo>
                  <a:pt x="1524" y="311"/>
                  <a:pt x="1524" y="311"/>
                  <a:pt x="1524" y="311"/>
                </a:cubicBezTo>
                <a:cubicBezTo>
                  <a:pt x="1523" y="311"/>
                  <a:pt x="1523" y="311"/>
                  <a:pt x="1522" y="311"/>
                </a:cubicBezTo>
                <a:cubicBezTo>
                  <a:pt x="1472" y="311"/>
                  <a:pt x="1472" y="311"/>
                  <a:pt x="1472" y="311"/>
                </a:cubicBezTo>
                <a:cubicBezTo>
                  <a:pt x="1472" y="78"/>
                  <a:pt x="1472" y="78"/>
                  <a:pt x="1472" y="78"/>
                </a:cubicBezTo>
                <a:cubicBezTo>
                  <a:pt x="1381" y="78"/>
                  <a:pt x="1381" y="78"/>
                  <a:pt x="1381" y="78"/>
                </a:cubicBezTo>
                <a:cubicBezTo>
                  <a:pt x="1380" y="78"/>
                  <a:pt x="1380" y="78"/>
                  <a:pt x="1380" y="78"/>
                </a:cubicBezTo>
                <a:cubicBezTo>
                  <a:pt x="1380" y="101"/>
                  <a:pt x="1380" y="101"/>
                  <a:pt x="1380" y="101"/>
                </a:cubicBezTo>
                <a:cubicBezTo>
                  <a:pt x="1380" y="101"/>
                  <a:pt x="1380" y="101"/>
                  <a:pt x="1381" y="101"/>
                </a:cubicBezTo>
                <a:cubicBezTo>
                  <a:pt x="1447" y="101"/>
                  <a:pt x="1447" y="101"/>
                  <a:pt x="1447" y="101"/>
                </a:cubicBezTo>
                <a:cubicBezTo>
                  <a:pt x="1447" y="311"/>
                  <a:pt x="1447" y="311"/>
                  <a:pt x="1447" y="311"/>
                </a:cubicBezTo>
                <a:cubicBezTo>
                  <a:pt x="1381" y="311"/>
                  <a:pt x="1381" y="311"/>
                  <a:pt x="1381" y="311"/>
                </a:cubicBezTo>
                <a:cubicBezTo>
                  <a:pt x="1380" y="311"/>
                  <a:pt x="1380" y="311"/>
                  <a:pt x="1380" y="311"/>
                </a:cubicBezTo>
                <a:cubicBezTo>
                  <a:pt x="1380" y="334"/>
                  <a:pt x="1380" y="334"/>
                  <a:pt x="1380" y="334"/>
                </a:cubicBezTo>
                <a:cubicBezTo>
                  <a:pt x="1380" y="334"/>
                  <a:pt x="1380" y="334"/>
                  <a:pt x="1381" y="334"/>
                </a:cubicBezTo>
                <a:lnTo>
                  <a:pt x="1522" y="334"/>
                </a:lnTo>
                <a:close/>
                <a:moveTo>
                  <a:pt x="507" y="78"/>
                </a:moveTo>
                <a:cubicBezTo>
                  <a:pt x="415" y="78"/>
                  <a:pt x="415" y="78"/>
                  <a:pt x="415" y="78"/>
                </a:cubicBezTo>
                <a:cubicBezTo>
                  <a:pt x="414" y="78"/>
                  <a:pt x="413" y="78"/>
                  <a:pt x="412" y="79"/>
                </a:cubicBezTo>
                <a:cubicBezTo>
                  <a:pt x="412" y="101"/>
                  <a:pt x="412" y="101"/>
                  <a:pt x="412" y="101"/>
                </a:cubicBezTo>
                <a:cubicBezTo>
                  <a:pt x="413" y="101"/>
                  <a:pt x="414" y="101"/>
                  <a:pt x="415" y="101"/>
                </a:cubicBezTo>
                <a:cubicBezTo>
                  <a:pt x="482" y="101"/>
                  <a:pt x="482" y="101"/>
                  <a:pt x="482" y="101"/>
                </a:cubicBezTo>
                <a:cubicBezTo>
                  <a:pt x="482" y="311"/>
                  <a:pt x="482" y="311"/>
                  <a:pt x="482" y="311"/>
                </a:cubicBezTo>
                <a:cubicBezTo>
                  <a:pt x="412" y="311"/>
                  <a:pt x="412" y="311"/>
                  <a:pt x="412" y="311"/>
                </a:cubicBezTo>
                <a:cubicBezTo>
                  <a:pt x="412" y="334"/>
                  <a:pt x="412" y="334"/>
                  <a:pt x="412" y="334"/>
                </a:cubicBezTo>
                <a:cubicBezTo>
                  <a:pt x="413" y="334"/>
                  <a:pt x="556" y="334"/>
                  <a:pt x="556" y="334"/>
                </a:cubicBezTo>
                <a:cubicBezTo>
                  <a:pt x="556" y="311"/>
                  <a:pt x="556" y="311"/>
                  <a:pt x="556" y="311"/>
                </a:cubicBezTo>
                <a:cubicBezTo>
                  <a:pt x="507" y="311"/>
                  <a:pt x="507" y="311"/>
                  <a:pt x="507" y="311"/>
                </a:cubicBezTo>
                <a:lnTo>
                  <a:pt x="507" y="78"/>
                </a:lnTo>
                <a:close/>
                <a:moveTo>
                  <a:pt x="1297" y="126"/>
                </a:moveTo>
                <a:cubicBezTo>
                  <a:pt x="1301" y="137"/>
                  <a:pt x="1303" y="149"/>
                  <a:pt x="1303" y="162"/>
                </a:cubicBezTo>
                <a:cubicBezTo>
                  <a:pt x="1303" y="334"/>
                  <a:pt x="1303" y="334"/>
                  <a:pt x="1303" y="334"/>
                </a:cubicBezTo>
                <a:cubicBezTo>
                  <a:pt x="1288" y="334"/>
                  <a:pt x="1288" y="334"/>
                  <a:pt x="1288" y="334"/>
                </a:cubicBezTo>
                <a:cubicBezTo>
                  <a:pt x="1280" y="314"/>
                  <a:pt x="1280" y="314"/>
                  <a:pt x="1280" y="314"/>
                </a:cubicBezTo>
                <a:cubicBezTo>
                  <a:pt x="1280" y="315"/>
                  <a:pt x="1280" y="315"/>
                  <a:pt x="1280" y="315"/>
                </a:cubicBezTo>
                <a:cubicBezTo>
                  <a:pt x="1280" y="313"/>
                  <a:pt x="1280" y="313"/>
                  <a:pt x="1280" y="313"/>
                </a:cubicBezTo>
                <a:cubicBezTo>
                  <a:pt x="1280" y="314"/>
                  <a:pt x="1279" y="314"/>
                  <a:pt x="1279" y="314"/>
                </a:cubicBezTo>
                <a:cubicBezTo>
                  <a:pt x="1263" y="329"/>
                  <a:pt x="1241" y="337"/>
                  <a:pt x="1214" y="337"/>
                </a:cubicBezTo>
                <a:cubicBezTo>
                  <a:pt x="1186" y="337"/>
                  <a:pt x="1164" y="329"/>
                  <a:pt x="1148" y="314"/>
                </a:cubicBezTo>
                <a:cubicBezTo>
                  <a:pt x="1132" y="299"/>
                  <a:pt x="1124" y="277"/>
                  <a:pt x="1124" y="249"/>
                </a:cubicBezTo>
                <a:cubicBezTo>
                  <a:pt x="1124" y="162"/>
                  <a:pt x="1124" y="162"/>
                  <a:pt x="1124" y="162"/>
                </a:cubicBezTo>
                <a:cubicBezTo>
                  <a:pt x="1124" y="149"/>
                  <a:pt x="1126" y="137"/>
                  <a:pt x="1130" y="126"/>
                </a:cubicBezTo>
                <a:cubicBezTo>
                  <a:pt x="1135" y="116"/>
                  <a:pt x="1141" y="106"/>
                  <a:pt x="1148" y="99"/>
                </a:cubicBezTo>
                <a:cubicBezTo>
                  <a:pt x="1156" y="91"/>
                  <a:pt x="1165" y="85"/>
                  <a:pt x="1177" y="81"/>
                </a:cubicBezTo>
                <a:cubicBezTo>
                  <a:pt x="1199" y="73"/>
                  <a:pt x="1228" y="73"/>
                  <a:pt x="1250" y="81"/>
                </a:cubicBezTo>
                <a:cubicBezTo>
                  <a:pt x="1262" y="85"/>
                  <a:pt x="1271" y="91"/>
                  <a:pt x="1279" y="99"/>
                </a:cubicBezTo>
                <a:cubicBezTo>
                  <a:pt x="1286" y="106"/>
                  <a:pt x="1293" y="116"/>
                  <a:pt x="1297" y="126"/>
                </a:cubicBezTo>
                <a:close/>
                <a:moveTo>
                  <a:pt x="1278" y="162"/>
                </a:moveTo>
                <a:cubicBezTo>
                  <a:pt x="1278" y="143"/>
                  <a:pt x="1272" y="127"/>
                  <a:pt x="1261" y="116"/>
                </a:cubicBezTo>
                <a:cubicBezTo>
                  <a:pt x="1250" y="105"/>
                  <a:pt x="1234" y="100"/>
                  <a:pt x="1214" y="100"/>
                </a:cubicBezTo>
                <a:cubicBezTo>
                  <a:pt x="1193" y="100"/>
                  <a:pt x="1177" y="105"/>
                  <a:pt x="1166" y="116"/>
                </a:cubicBezTo>
                <a:cubicBezTo>
                  <a:pt x="1155" y="127"/>
                  <a:pt x="1149" y="142"/>
                  <a:pt x="1149" y="162"/>
                </a:cubicBezTo>
                <a:cubicBezTo>
                  <a:pt x="1149" y="249"/>
                  <a:pt x="1149" y="249"/>
                  <a:pt x="1149" y="249"/>
                </a:cubicBezTo>
                <a:cubicBezTo>
                  <a:pt x="1149" y="256"/>
                  <a:pt x="1150" y="263"/>
                  <a:pt x="1152" y="271"/>
                </a:cubicBezTo>
                <a:cubicBezTo>
                  <a:pt x="1154" y="278"/>
                  <a:pt x="1157" y="285"/>
                  <a:pt x="1162" y="291"/>
                </a:cubicBezTo>
                <a:cubicBezTo>
                  <a:pt x="1166" y="297"/>
                  <a:pt x="1173" y="302"/>
                  <a:pt x="1181" y="306"/>
                </a:cubicBezTo>
                <a:cubicBezTo>
                  <a:pt x="1189" y="310"/>
                  <a:pt x="1200" y="312"/>
                  <a:pt x="1214" y="312"/>
                </a:cubicBezTo>
                <a:cubicBezTo>
                  <a:pt x="1227" y="312"/>
                  <a:pt x="1238" y="310"/>
                  <a:pt x="1246" y="306"/>
                </a:cubicBezTo>
                <a:cubicBezTo>
                  <a:pt x="1255" y="302"/>
                  <a:pt x="1261" y="297"/>
                  <a:pt x="1266" y="291"/>
                </a:cubicBezTo>
                <a:cubicBezTo>
                  <a:pt x="1270" y="285"/>
                  <a:pt x="1273" y="278"/>
                  <a:pt x="1275" y="271"/>
                </a:cubicBezTo>
                <a:cubicBezTo>
                  <a:pt x="1277" y="263"/>
                  <a:pt x="1278" y="256"/>
                  <a:pt x="1278" y="249"/>
                </a:cubicBezTo>
                <a:lnTo>
                  <a:pt x="1278" y="162"/>
                </a:lnTo>
                <a:close/>
              </a:path>
            </a:pathLst>
          </a:custGeom>
          <a:solidFill>
            <a:srgbClr val="1A3B47"/>
          </a:solidFill>
          <a:ln>
            <a:noFill/>
          </a:ln>
        </p:spPr>
        <p:txBody>
          <a:bodyPr vert="horz" wrap="square" lIns="121857" tIns="60928" rIns="121857" bIns="60928" numCol="1" anchor="t" anchorCtr="0" compatLnSpc="1">
            <a:prstTxWarp prst="textNoShape">
              <a:avLst/>
            </a:prstTxWarp>
          </a:bodyPr>
          <a:lstStyle/>
          <a:p>
            <a:pPr defTabSz="913790"/>
            <a:endParaRPr lang="es-ES" sz="2397" dirty="0">
              <a:solidFill>
                <a:srgbClr val="1A3B47"/>
              </a:solidFill>
            </a:endParaRPr>
          </a:p>
        </p:txBody>
      </p:sp>
      <p:sp>
        <p:nvSpPr>
          <p:cNvPr id="13" name="Slide Number Placeholder 5">
            <a:extLst>
              <a:ext uri="{FF2B5EF4-FFF2-40B4-BE49-F238E27FC236}">
                <a16:creationId xmlns:a16="http://schemas.microsoft.com/office/drawing/2014/main" id="{010F3A02-B7CA-9E42-855B-3F51A0093AEE}"/>
              </a:ext>
            </a:extLst>
          </p:cNvPr>
          <p:cNvSpPr txBox="1">
            <a:spLocks/>
          </p:cNvSpPr>
          <p:nvPr userDrawn="1"/>
        </p:nvSpPr>
        <p:spPr bwMode="auto">
          <a:xfrm>
            <a:off x="11472598" y="6501346"/>
            <a:ext cx="382853" cy="323687"/>
          </a:xfrm>
          <a:prstGeom prst="rect">
            <a:avLst/>
          </a:prstGeom>
        </p:spPr>
        <p:txBody>
          <a:bodyPr vert="horz" lIns="0" tIns="0" rIns="0" bIns="0" rtlCol="0" anchor="ctr"/>
          <a:lstStyle>
            <a:defPPr>
              <a:defRPr lang="es-ES"/>
            </a:defPPr>
            <a:lvl1pPr marL="0" algn="l" defTabSz="685800" rtl="0" eaLnBrk="1" latinLnBrk="0" hangingPunct="1">
              <a:defRPr sz="800" kern="1200">
                <a:solidFill>
                  <a:schemeClr val="bg1"/>
                </a:solidFill>
                <a:latin typeface="Soho Gothic Pro" panose="020B0503030504020204" pitchFamily="34" charset="77"/>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A5078871-D93F-4D40-B540-DC74CFDF655C}" type="slidenum">
              <a:rPr lang="es-ES" sz="1066" smtClean="0">
                <a:solidFill>
                  <a:srgbClr val="FFFFFF"/>
                </a:solidFill>
                <a:latin typeface="Soho Gothic Pro Light" panose="020B0303030504020204" pitchFamily="34" charset="0"/>
              </a:rPr>
              <a:pPr algn="r"/>
              <a:t>‹Nº›</a:t>
            </a:fld>
            <a:endParaRPr lang="es-ES" sz="1066" dirty="0">
              <a:solidFill>
                <a:srgbClr val="FFFFFF"/>
              </a:solidFill>
              <a:latin typeface="Soho Gothic Pro Light" panose="020B0303030504020204" pitchFamily="34" charset="0"/>
            </a:endParaRPr>
          </a:p>
        </p:txBody>
      </p:sp>
    </p:spTree>
    <p:extLst>
      <p:ext uri="{BB962C8B-B14F-4D97-AF65-F5344CB8AC3E}">
        <p14:creationId xmlns:p14="http://schemas.microsoft.com/office/powerpoint/2010/main" val="325934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Base - Gris Cerámic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8680"/>
            <a:ext cx="11521678" cy="873124"/>
          </a:xfrm>
        </p:spPr>
        <p:txBody>
          <a:bodyPr/>
          <a:lstStyle>
            <a:lvl1pPr>
              <a:defRPr sz="2400"/>
            </a:lvl1pPr>
          </a:lstStyle>
          <a:p>
            <a:r>
              <a:rPr lang="es-ES" dirty="0"/>
              <a:t>Título estándar para diapositiva base</a:t>
            </a:r>
          </a:p>
        </p:txBody>
      </p:sp>
      <p:sp>
        <p:nvSpPr>
          <p:cNvPr id="3" name="Marcador de pie de página 2"/>
          <p:cNvSpPr>
            <a:spLocks noGrp="1"/>
          </p:cNvSpPr>
          <p:nvPr>
            <p:ph type="ftr" sz="quarter" idx="10"/>
          </p:nvPr>
        </p:nvSpPr>
        <p:spPr/>
        <p:txBody>
          <a:bodyPr/>
          <a:lstStyle/>
          <a:p>
            <a:r>
              <a:rPr lang="it-IT" dirty="0"/>
              <a:t>MINSAIT • Nombre del documento • dd/mm/aaaa</a:t>
            </a:r>
            <a:endParaRPr lang="es-ES" dirty="0"/>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0"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379350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is Cerámica + Subtítulo Superior">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0884"/>
          </a:xfrm>
        </p:spPr>
        <p:txBody>
          <a:bodyPr/>
          <a:lstStyle>
            <a:lvl1pPr>
              <a:defRPr sz="2400"/>
            </a:lvl1pPr>
          </a:lstStyle>
          <a:p>
            <a:r>
              <a:rPr lang="es-ES" dirty="0"/>
              <a:t>Título estándar para diapositiva base</a:t>
            </a:r>
          </a:p>
        </p:txBody>
      </p:sp>
      <p:sp>
        <p:nvSpPr>
          <p:cNvPr id="3" name="Marcador de pie de página 2"/>
          <p:cNvSpPr>
            <a:spLocks noGrp="1"/>
          </p:cNvSpPr>
          <p:nvPr>
            <p:ph type="ftr" sz="quarter" idx="10"/>
          </p:nvPr>
        </p:nvSpPr>
        <p:spPr/>
        <p:txBody>
          <a:bodyPr/>
          <a:lstStyle/>
          <a:p>
            <a:r>
              <a:rPr lang="it-IT" dirty="0"/>
              <a:t>MINSAIT • Nombre del documento • dd/mm/aaaa</a:t>
            </a:r>
            <a:endParaRPr lang="es-ES" dirty="0"/>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4"/>
            <a:ext cx="5649040" cy="730885"/>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0"/>
            <a:ext cx="0" cy="128016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2495684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Base - Prun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4"/>
            <a:ext cx="11521678" cy="675163"/>
          </a:xfrm>
        </p:spPr>
        <p:txBody>
          <a:bodyPr/>
          <a:lstStyle>
            <a:lvl1pPr>
              <a:defRPr sz="2400"/>
            </a:lvl1pPr>
          </a:lstStyle>
          <a:p>
            <a:r>
              <a:rPr lang="es-ES" dirty="0"/>
              <a:t>Título estándar para diapositiva base</a:t>
            </a:r>
          </a:p>
        </p:txBody>
      </p:sp>
      <p:sp>
        <p:nvSpPr>
          <p:cNvPr id="3" name="Marcador de pie de página 2"/>
          <p:cNvSpPr>
            <a:spLocks noGrp="1"/>
          </p:cNvSpPr>
          <p:nvPr>
            <p:ph type="ftr" sz="quarter" idx="10"/>
          </p:nvPr>
        </p:nvSpPr>
        <p:spPr/>
        <p:txBody>
          <a:bodyPr/>
          <a:lstStyle/>
          <a:p>
            <a:r>
              <a:rPr lang="it-IT" dirty="0"/>
              <a:t>MINSAIT • Nombre del documento • dd/mm/aaaa</a:t>
            </a:r>
            <a:endParaRPr lang="es-ES" dirty="0"/>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262659915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uno + Subtítulo Superior">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2323"/>
          </a:xfrm>
        </p:spPr>
        <p:txBody>
          <a:bodyPr/>
          <a:lstStyle>
            <a:lvl1pPr>
              <a:defRPr sz="2400"/>
            </a:lvl1pPr>
          </a:lstStyle>
          <a:p>
            <a:r>
              <a:rPr lang="es-ES" dirty="0"/>
              <a:t>Título estándar para diapositiva base</a:t>
            </a:r>
          </a:p>
        </p:txBody>
      </p:sp>
      <p:sp>
        <p:nvSpPr>
          <p:cNvPr id="3" name="Marcador de pie de página 2"/>
          <p:cNvSpPr>
            <a:spLocks noGrp="1"/>
          </p:cNvSpPr>
          <p:nvPr>
            <p:ph type="ftr" sz="quarter" idx="10"/>
          </p:nvPr>
        </p:nvSpPr>
        <p:spPr/>
        <p:txBody>
          <a:bodyPr/>
          <a:lstStyle/>
          <a:p>
            <a:r>
              <a:rPr lang="it-IT" dirty="0"/>
              <a:t>MINSAIT • Nombre del documento • dd/mm/aaaa</a:t>
            </a:r>
            <a:endParaRPr lang="es-ES" dirty="0"/>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5"/>
            <a:ext cx="5649040" cy="732324"/>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1"/>
            <a:ext cx="0" cy="1281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258509120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Base - Pruno Oscuro">
    <p:bg>
      <p:bgRef idx="1001">
        <a:schemeClr val="bg2"/>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4"/>
            <a:ext cx="11521678" cy="675163"/>
          </a:xfrm>
        </p:spPr>
        <p:txBody>
          <a:bodyPr/>
          <a:lstStyle>
            <a:lvl1pPr>
              <a:defRPr sz="2400"/>
            </a:lvl1pPr>
          </a:lstStyle>
          <a:p>
            <a:r>
              <a:rPr lang="es-ES" dirty="0"/>
              <a:t>Título estándar para diapositiva base</a:t>
            </a:r>
          </a:p>
        </p:txBody>
      </p:sp>
      <p:sp>
        <p:nvSpPr>
          <p:cNvPr id="3" name="Marcador de pie de página 2"/>
          <p:cNvSpPr>
            <a:spLocks noGrp="1"/>
          </p:cNvSpPr>
          <p:nvPr>
            <p:ph type="ftr" sz="quarter" idx="10"/>
          </p:nvPr>
        </p:nvSpPr>
        <p:spPr/>
        <p:txBody>
          <a:bodyPr/>
          <a:lstStyle/>
          <a:p>
            <a:r>
              <a:rPr lang="it-IT" dirty="0"/>
              <a:t>MINSAIT • Nombre del documento • dd/mm/aaaa</a:t>
            </a:r>
            <a:endParaRPr lang="es-ES" dirty="0"/>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238781329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uno Oscuro + Subtítulo Superior">
    <p:bg>
      <p:bgRef idx="1001">
        <a:schemeClr val="bg2"/>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2323"/>
          </a:xfrm>
        </p:spPr>
        <p:txBody>
          <a:bodyPr/>
          <a:lstStyle>
            <a:lvl1pPr>
              <a:defRPr sz="2400"/>
            </a:lvl1pPr>
          </a:lstStyle>
          <a:p>
            <a:r>
              <a:rPr lang="es-ES" dirty="0"/>
              <a:t>Título estándar para diapositiva base</a:t>
            </a:r>
          </a:p>
        </p:txBody>
      </p:sp>
      <p:sp>
        <p:nvSpPr>
          <p:cNvPr id="3" name="Marcador de pie de página 2"/>
          <p:cNvSpPr>
            <a:spLocks noGrp="1"/>
          </p:cNvSpPr>
          <p:nvPr>
            <p:ph type="ftr" sz="quarter" idx="10"/>
          </p:nvPr>
        </p:nvSpPr>
        <p:spPr/>
        <p:txBody>
          <a:bodyPr/>
          <a:lstStyle/>
          <a:p>
            <a:r>
              <a:rPr lang="it-IT" dirty="0"/>
              <a:t>MINSAIT • Nombre del documento • dd/mm/aaaa</a:t>
            </a:r>
            <a:endParaRPr lang="es-ES" dirty="0"/>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5"/>
            <a:ext cx="5649040" cy="732324"/>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1"/>
            <a:ext cx="0" cy="1281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118378231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uno + Full Imagen">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1A9EE3D-B4AD-8855-3152-4DC56FBFF4F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6" progId="TCLayout.ActiveDocument.1">
                  <p:embed/>
                </p:oleObj>
              </mc:Choice>
              <mc:Fallback>
                <p:oleObj name="Diapositiva de think-cell" r:id="rId3" imgW="425" imgH="426" progId="TCLayout.ActiveDocument.1">
                  <p:embed/>
                  <p:pic>
                    <p:nvPicPr>
                      <p:cNvPr id="7" name="think-cell data - do not delete" hidden="1">
                        <a:extLst>
                          <a:ext uri="{FF2B5EF4-FFF2-40B4-BE49-F238E27FC236}">
                            <a16:creationId xmlns:a16="http://schemas.microsoft.com/office/drawing/2014/main" id="{21A9EE3D-B4AD-8855-3152-4DC56FBFF4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2" name="Group 4">
            <a:extLst>
              <a:ext uri="{FF2B5EF4-FFF2-40B4-BE49-F238E27FC236}">
                <a16:creationId xmlns:a16="http://schemas.microsoft.com/office/drawing/2014/main" id="{862C30EB-A8A5-ADC7-EAE0-6E3C27C4CF2F}"/>
              </a:ext>
            </a:extLst>
          </p:cNvPr>
          <p:cNvGrpSpPr>
            <a:grpSpLocks noChangeAspect="1"/>
          </p:cNvGrpSpPr>
          <p:nvPr userDrawn="1"/>
        </p:nvGrpSpPr>
        <p:grpSpPr bwMode="auto">
          <a:xfrm>
            <a:off x="9950892" y="6307630"/>
            <a:ext cx="1905748" cy="181586"/>
            <a:chOff x="680" y="1856"/>
            <a:chExt cx="6318" cy="602"/>
          </a:xfrm>
          <a:solidFill>
            <a:srgbClr val="FFFFFF"/>
          </a:solidFill>
        </p:grpSpPr>
        <p:sp>
          <p:nvSpPr>
            <p:cNvPr id="4" name="Freeform 6">
              <a:extLst>
                <a:ext uri="{FF2B5EF4-FFF2-40B4-BE49-F238E27FC236}">
                  <a16:creationId xmlns:a16="http://schemas.microsoft.com/office/drawing/2014/main" id="{53E28BB8-EFBC-52F9-B7FB-3904A5B46B01}"/>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 name="Freeform 7">
              <a:extLst>
                <a:ext uri="{FF2B5EF4-FFF2-40B4-BE49-F238E27FC236}">
                  <a16:creationId xmlns:a16="http://schemas.microsoft.com/office/drawing/2014/main" id="{7DA0257D-61DE-5AD4-72B6-82A1E3FA03B0}"/>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8">
              <a:extLst>
                <a:ext uri="{FF2B5EF4-FFF2-40B4-BE49-F238E27FC236}">
                  <a16:creationId xmlns:a16="http://schemas.microsoft.com/office/drawing/2014/main" id="{C6541784-BE2F-DB99-E8DE-42C957AC0C16}"/>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3" name="Picture Placeholder 4">
            <a:extLst>
              <a:ext uri="{FF2B5EF4-FFF2-40B4-BE49-F238E27FC236}">
                <a16:creationId xmlns:a16="http://schemas.microsoft.com/office/drawing/2014/main" id="{EA8945F7-44C2-5054-86AD-347769EFB520}"/>
              </a:ext>
            </a:extLst>
          </p:cNvPr>
          <p:cNvSpPr>
            <a:spLocks noGrp="1"/>
          </p:cNvSpPr>
          <p:nvPr>
            <p:ph type="pic" sz="quarter" idx="10"/>
          </p:nvPr>
        </p:nvSpPr>
        <p:spPr>
          <a:xfrm>
            <a:off x="335360" y="346274"/>
            <a:ext cx="11521678" cy="5760840"/>
          </a:xfrm>
          <a:prstGeom prst="snip2DiagRect">
            <a:avLst>
              <a:gd name="adj1" fmla="val 2160"/>
              <a:gd name="adj2" fmla="val 2121"/>
            </a:avLst>
          </a:prstGeom>
        </p:spPr>
        <p:txBody>
          <a:bodyPr anchor="ctr"/>
          <a:lstStyle>
            <a:lvl1pPr marL="0" indent="0" algn="ctr">
              <a:buNone/>
              <a:defRPr sz="1600"/>
            </a:lvl1pPr>
          </a:lstStyle>
          <a:p>
            <a:r>
              <a:rPr lang="en-GB" noProof="1"/>
              <a:t>Haga clic en el icono para agregar una imagen</a:t>
            </a:r>
          </a:p>
        </p:txBody>
      </p:sp>
      <p:sp>
        <p:nvSpPr>
          <p:cNvPr id="8" name="Marcador de pie de página 2"/>
          <p:cNvSpPr>
            <a:spLocks noGrp="1"/>
          </p:cNvSpPr>
          <p:nvPr>
            <p:ph type="ftr" sz="quarter" idx="11"/>
          </p:nvPr>
        </p:nvSpPr>
        <p:spPr>
          <a:xfrm>
            <a:off x="335360" y="6401514"/>
            <a:ext cx="7250933" cy="123111"/>
          </a:xfrm>
        </p:spPr>
        <p:txBody>
          <a:bodyPr>
            <a:spAutoFit/>
          </a:bodyPr>
          <a:lstStyle/>
          <a:p>
            <a:r>
              <a:rPr lang="it-IT" dirty="0"/>
              <a:t>MINSAIT • Nombre del documento • dd/mm/aaaa</a:t>
            </a:r>
            <a:endParaRPr lang="es-ES" dirty="0"/>
          </a:p>
        </p:txBody>
      </p:sp>
    </p:spTree>
    <p:extLst>
      <p:ext uri="{BB962C8B-B14F-4D97-AF65-F5344CB8AC3E}">
        <p14:creationId xmlns:p14="http://schemas.microsoft.com/office/powerpoint/2010/main" val="2881748990"/>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is Cerámica + Full Image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7D6E8E78-C3CA-7998-A02A-FCE5AF19F3C7}"/>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6" progId="TCLayout.ActiveDocument.1">
                  <p:embed/>
                </p:oleObj>
              </mc:Choice>
              <mc:Fallback>
                <p:oleObj name="Diapositiva de think-cell" r:id="rId3" imgW="425" imgH="426" progId="TCLayout.ActiveDocument.1">
                  <p:embed/>
                  <p:pic>
                    <p:nvPicPr>
                      <p:cNvPr id="10" name="think-cell data - do not delete" hidden="1">
                        <a:extLst>
                          <a:ext uri="{FF2B5EF4-FFF2-40B4-BE49-F238E27FC236}">
                            <a16:creationId xmlns:a16="http://schemas.microsoft.com/office/drawing/2014/main" id="{7D6E8E78-C3CA-7998-A02A-FCE5AF19F3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Picture Placeholder 4">
            <a:extLst>
              <a:ext uri="{FF2B5EF4-FFF2-40B4-BE49-F238E27FC236}">
                <a16:creationId xmlns:a16="http://schemas.microsoft.com/office/drawing/2014/main" id="{EA8945F7-44C2-5054-86AD-347769EFB520}"/>
              </a:ext>
            </a:extLst>
          </p:cNvPr>
          <p:cNvSpPr>
            <a:spLocks noGrp="1"/>
          </p:cNvSpPr>
          <p:nvPr>
            <p:ph type="pic" sz="quarter" idx="10"/>
          </p:nvPr>
        </p:nvSpPr>
        <p:spPr>
          <a:xfrm>
            <a:off x="335360" y="346274"/>
            <a:ext cx="11521678" cy="5760840"/>
          </a:xfrm>
          <a:prstGeom prst="snip2DiagRect">
            <a:avLst>
              <a:gd name="adj1" fmla="val 2160"/>
              <a:gd name="adj2" fmla="val 2121"/>
            </a:avLst>
          </a:prstGeom>
        </p:spPr>
        <p:txBody>
          <a:bodyPr anchor="ctr"/>
          <a:lstStyle>
            <a:lvl1pPr marL="0" indent="0" algn="ctr">
              <a:buNone/>
              <a:defRPr sz="1600"/>
            </a:lvl1pPr>
          </a:lstStyle>
          <a:p>
            <a:r>
              <a:rPr lang="en-GB" noProof="1"/>
              <a:t>Haga clic en el icono para agregar una imagen</a:t>
            </a:r>
          </a:p>
        </p:txBody>
      </p:sp>
      <p:sp>
        <p:nvSpPr>
          <p:cNvPr id="8" name="Marcador de pie de página 2"/>
          <p:cNvSpPr>
            <a:spLocks noGrp="1"/>
          </p:cNvSpPr>
          <p:nvPr>
            <p:ph type="ftr" sz="quarter" idx="11"/>
          </p:nvPr>
        </p:nvSpPr>
        <p:spPr>
          <a:xfrm>
            <a:off x="335360" y="6401514"/>
            <a:ext cx="7250933" cy="123111"/>
          </a:xfrm>
        </p:spPr>
        <p:txBody>
          <a:bodyPr>
            <a:spAutoFit/>
          </a:bodyPr>
          <a:lstStyle/>
          <a:p>
            <a:r>
              <a:rPr lang="it-IT" dirty="0"/>
              <a:t>MINSAIT • Nombre del documento • dd/mm/aaaa</a:t>
            </a:r>
            <a:endParaRPr lang="es-ES" dirty="0"/>
          </a:p>
        </p:txBody>
      </p:sp>
      <p:grpSp>
        <p:nvGrpSpPr>
          <p:cNvPr id="2" name="Group 4">
            <a:extLst>
              <a:ext uri="{FF2B5EF4-FFF2-40B4-BE49-F238E27FC236}">
                <a16:creationId xmlns:a16="http://schemas.microsoft.com/office/drawing/2014/main" id="{A1A089FD-E00A-F388-7AE9-A468F894F7EC}"/>
              </a:ext>
            </a:extLst>
          </p:cNvPr>
          <p:cNvGrpSpPr>
            <a:grpSpLocks noChangeAspect="1"/>
          </p:cNvGrpSpPr>
          <p:nvPr userDrawn="1"/>
        </p:nvGrpSpPr>
        <p:grpSpPr bwMode="auto">
          <a:xfrm>
            <a:off x="9950892" y="6307630"/>
            <a:ext cx="1905748" cy="181586"/>
            <a:chOff x="680" y="1856"/>
            <a:chExt cx="6318" cy="602"/>
          </a:xfrm>
          <a:solidFill>
            <a:srgbClr val="4F062A"/>
          </a:solidFill>
        </p:grpSpPr>
        <p:sp>
          <p:nvSpPr>
            <p:cNvPr id="4" name="Freeform 6">
              <a:extLst>
                <a:ext uri="{FF2B5EF4-FFF2-40B4-BE49-F238E27FC236}">
                  <a16:creationId xmlns:a16="http://schemas.microsoft.com/office/drawing/2014/main" id="{8473D308-E059-A9EE-4D01-C9615B91EA96}"/>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 name="Freeform 7">
              <a:extLst>
                <a:ext uri="{FF2B5EF4-FFF2-40B4-BE49-F238E27FC236}">
                  <a16:creationId xmlns:a16="http://schemas.microsoft.com/office/drawing/2014/main" id="{2585270A-17FB-64B2-247F-FA6D394954B8}"/>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8">
              <a:extLst>
                <a:ext uri="{FF2B5EF4-FFF2-40B4-BE49-F238E27FC236}">
                  <a16:creationId xmlns:a16="http://schemas.microsoft.com/office/drawing/2014/main" id="{DD7B5994-B1B2-7562-2AB4-760726B85AE8}"/>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210584699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n Full-Size">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3534483-BFEA-6F98-4C59-C1E0C000331F}"/>
              </a:ext>
            </a:extLst>
          </p:cNvPr>
          <p:cNvSpPr>
            <a:spLocks noGrp="1"/>
          </p:cNvSpPr>
          <p:nvPr>
            <p:ph type="pic" sz="quarter" idx="10"/>
          </p:nvPr>
        </p:nvSpPr>
        <p:spPr>
          <a:xfrm>
            <a:off x="0" y="0"/>
            <a:ext cx="12192000" cy="6858000"/>
          </a:xfrm>
          <a:prstGeom prst="rect">
            <a:avLst/>
          </a:prstGeom>
          <a:ln>
            <a:noFill/>
          </a:ln>
        </p:spPr>
        <p:txBody>
          <a:bodyPr anchor="ctr"/>
          <a:lstStyle>
            <a:lvl1pPr marL="0" indent="0" algn="ctr">
              <a:buNone/>
              <a:defRPr sz="1600"/>
            </a:lvl1pPr>
          </a:lstStyle>
          <a:p>
            <a:r>
              <a:rPr lang="en-GB" noProof="1"/>
              <a:t>Haga clic en el icono para agregar una imagen</a:t>
            </a:r>
          </a:p>
        </p:txBody>
      </p:sp>
      <p:sp>
        <p:nvSpPr>
          <p:cNvPr id="3" name="Marcador de pie de página 2">
            <a:extLst>
              <a:ext uri="{FF2B5EF4-FFF2-40B4-BE49-F238E27FC236}">
                <a16:creationId xmlns:a16="http://schemas.microsoft.com/office/drawing/2014/main" id="{BEC4A452-E1E1-0A97-D33D-DFD97CAED38B}"/>
              </a:ext>
            </a:extLst>
          </p:cNvPr>
          <p:cNvSpPr>
            <a:spLocks noGrp="1"/>
          </p:cNvSpPr>
          <p:nvPr>
            <p:ph type="ftr" sz="quarter" idx="11"/>
          </p:nvPr>
        </p:nvSpPr>
        <p:spPr>
          <a:xfrm>
            <a:off x="335360" y="6401514"/>
            <a:ext cx="7250933" cy="123111"/>
          </a:xfrm>
          <a:prstGeom prst="rect">
            <a:avLst/>
          </a:prstGeom>
        </p:spPr>
        <p:txBody>
          <a:bodyPr>
            <a:spAutoFit/>
          </a:bodyPr>
          <a:lstStyle/>
          <a:p>
            <a:r>
              <a:rPr lang="it-IT" dirty="0"/>
              <a:t>MINSAIT • Nombre del documento • dd/mm/aaaa</a:t>
            </a:r>
            <a:endParaRPr lang="es-ES" dirty="0"/>
          </a:p>
        </p:txBody>
      </p:sp>
      <p:sp>
        <p:nvSpPr>
          <p:cNvPr id="6"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396653795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Vacía">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3507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zul sin endoso">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1"/>
            </p:custDataLst>
          </p:nvPr>
        </p:nvGraphicFramePr>
        <p:xfrm>
          <a:off x="2117" y="2121"/>
          <a:ext cx="2117" cy="211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to 2" hidden="1"/>
                      <p:cNvPicPr/>
                      <p:nvPr/>
                    </p:nvPicPr>
                    <p:blipFill>
                      <a:blip r:embed="rId5"/>
                      <a:stretch>
                        <a:fillRect/>
                      </a:stretch>
                    </p:blipFill>
                    <p:spPr>
                      <a:xfrm>
                        <a:off x="2117" y="2121"/>
                        <a:ext cx="2117" cy="2117"/>
                      </a:xfrm>
                      <a:prstGeom prst="rect">
                        <a:avLst/>
                      </a:prstGeom>
                    </p:spPr>
                  </p:pic>
                </p:oleObj>
              </mc:Fallback>
            </mc:AlternateContent>
          </a:graphicData>
        </a:graphic>
      </p:graphicFrame>
      <p:sp>
        <p:nvSpPr>
          <p:cNvPr id="2" name="Rectángulo 1" hidden="1"/>
          <p:cNvSpPr/>
          <p:nvPr userDrawn="1">
            <p:custDataLst>
              <p:tags r:id="rId2"/>
            </p:custDataLst>
          </p:nvPr>
        </p:nvSpPr>
        <p:spPr>
          <a:xfrm>
            <a:off x="0" y="2"/>
            <a:ext cx="211666"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s-ES" sz="2665" b="0" i="0" baseline="0" dirty="0">
              <a:latin typeface="Playfair Display" panose="00000500000000000000" pitchFamily="2" charset="0"/>
              <a:ea typeface="+mj-ea"/>
              <a:cs typeface="+mj-cs"/>
              <a:sym typeface="Playfair Display" panose="00000500000000000000" pitchFamily="2" charset="0"/>
            </a:endParaRPr>
          </a:p>
        </p:txBody>
      </p:sp>
      <p:sp>
        <p:nvSpPr>
          <p:cNvPr id="6" name="Title Placeholder 1">
            <a:extLst>
              <a:ext uri="{FF2B5EF4-FFF2-40B4-BE49-F238E27FC236}">
                <a16:creationId xmlns:a16="http://schemas.microsoft.com/office/drawing/2014/main" id="{7EA230A8-2396-C04E-BA7D-6A765043E110}"/>
              </a:ext>
            </a:extLst>
          </p:cNvPr>
          <p:cNvSpPr>
            <a:spLocks noGrp="1"/>
          </p:cNvSpPr>
          <p:nvPr>
            <p:ph type="title" hasCustomPrompt="1"/>
          </p:nvPr>
        </p:nvSpPr>
        <p:spPr>
          <a:xfrm>
            <a:off x="336000" y="649095"/>
            <a:ext cx="11519451" cy="919343"/>
          </a:xfrm>
          <a:prstGeom prst="rect">
            <a:avLst/>
          </a:prstGeom>
        </p:spPr>
        <p:txBody>
          <a:bodyPr vert="horz" lIns="0" tIns="0" rIns="0" bIns="0" rtlCol="0" anchor="t">
            <a:noAutofit/>
          </a:bodyPr>
          <a:lstStyle>
            <a:lvl1pPr>
              <a:defRPr sz="2400"/>
            </a:lvl1pPr>
          </a:lstStyle>
          <a:p>
            <a:r>
              <a:rPr lang="es-ES" dirty="0"/>
              <a:t>Haga clic para modificar el título de esta página, cuentas con dos líneas para títulos extensos</a:t>
            </a:r>
            <a:endParaRPr lang="en-US" dirty="0"/>
          </a:p>
        </p:txBody>
      </p:sp>
      <p:sp>
        <p:nvSpPr>
          <p:cNvPr id="8" name="12 Marcador de texto"/>
          <p:cNvSpPr>
            <a:spLocks noGrp="1"/>
          </p:cNvSpPr>
          <p:nvPr>
            <p:ph type="body" sz="quarter" idx="13"/>
          </p:nvPr>
        </p:nvSpPr>
        <p:spPr>
          <a:xfrm>
            <a:off x="336000" y="357000"/>
            <a:ext cx="11519451" cy="251520"/>
          </a:xfrm>
          <a:prstGeom prst="rect">
            <a:avLst/>
          </a:prstGeom>
        </p:spPr>
        <p:txBody>
          <a:bodyPr lIns="0" anchor="t" anchorCtr="0">
            <a:noAutofit/>
          </a:bodyPr>
          <a:lstStyle>
            <a:lvl1pPr marL="0" indent="0">
              <a:buNone/>
              <a:defRPr kumimoji="0" lang="es-ES" sz="1000" b="0" i="0" u="none" strike="noStrike" kern="1200" cap="none" spc="0" normalizeH="0" baseline="0" dirty="0" smtClean="0">
                <a:ln>
                  <a:noFill/>
                </a:ln>
                <a:solidFill>
                  <a:srgbClr val="1A3B47"/>
                </a:solidFill>
                <a:effectLst/>
                <a:uLnTx/>
                <a:uFillTx/>
                <a:latin typeface="Soho Gothic Pro" panose="020B0503030504020204" pitchFamily="34" charset="0"/>
                <a:ea typeface="+mn-ea"/>
                <a:cs typeface="Soho Gothic Pro" panose="020B0503030504020204" pitchFamily="34" charset="0"/>
              </a:defRPr>
            </a:lvl1pPr>
            <a:lvl2pPr>
              <a:buNone/>
              <a:defRPr/>
            </a:lvl2pPr>
            <a:lvl3pPr>
              <a:buNone/>
              <a:defRPr/>
            </a:lvl3pPr>
            <a:lvl4pPr>
              <a:buNone/>
              <a:defRPr/>
            </a:lvl4pPr>
            <a:lvl5pPr>
              <a:buNone/>
              <a:defRPr/>
            </a:lvl5pPr>
          </a:lstStyle>
          <a:p>
            <a:pPr marL="0" marR="0" lvl="0" indent="0" algn="just" defTabSz="1124825" rtl="0" eaLnBrk="1" fontAlgn="auto" latinLnBrk="0" hangingPunct="1">
              <a:lnSpc>
                <a:spcPct val="100000"/>
              </a:lnSpc>
              <a:spcBef>
                <a:spcPct val="20000"/>
              </a:spcBef>
              <a:spcAft>
                <a:spcPts val="0"/>
              </a:spcAft>
              <a:buClr>
                <a:srgbClr val="3D3935">
                  <a:lumMod val="75000"/>
                </a:srgbClr>
              </a:buClr>
              <a:buSzTx/>
              <a:buFont typeface="Arial" pitchFamily="34" charset="0"/>
              <a:buNone/>
              <a:tabLst/>
              <a:defRPr/>
            </a:pPr>
            <a:r>
              <a:rPr lang="es-ES"/>
              <a:t>Haga clic para modificar los estilos de texto del patrón</a:t>
            </a:r>
          </a:p>
        </p:txBody>
      </p:sp>
      <p:grpSp>
        <p:nvGrpSpPr>
          <p:cNvPr id="7" name="Grupo 6"/>
          <p:cNvGrpSpPr/>
          <p:nvPr userDrawn="1"/>
        </p:nvGrpSpPr>
        <p:grpSpPr>
          <a:xfrm>
            <a:off x="10328936" y="6242390"/>
            <a:ext cx="1871531" cy="642611"/>
            <a:chOff x="8064500" y="4790414"/>
            <a:chExt cx="1083150" cy="371911"/>
          </a:xfrm>
        </p:grpSpPr>
        <p:sp>
          <p:nvSpPr>
            <p:cNvPr id="9" name="Forma libre 8">
              <a:extLst>
                <a:ext uri="{FF2B5EF4-FFF2-40B4-BE49-F238E27FC236}">
                  <a16:creationId xmlns:a16="http://schemas.microsoft.com/office/drawing/2014/main" id="{C6C3A9BA-FA29-AF49-93DF-C962E39BE4D1}"/>
                </a:ext>
              </a:extLst>
            </p:cNvPr>
            <p:cNvSpPr/>
            <p:nvPr userDrawn="1"/>
          </p:nvSpPr>
          <p:spPr>
            <a:xfrm>
              <a:off x="8261825" y="4790414"/>
              <a:ext cx="885825" cy="349250"/>
            </a:xfrm>
            <a:custGeom>
              <a:avLst/>
              <a:gdLst>
                <a:gd name="connsiteX0" fmla="*/ 885825 w 885825"/>
                <a:gd name="connsiteY0" fmla="*/ 225425 h 349250"/>
                <a:gd name="connsiteX1" fmla="*/ 885825 w 885825"/>
                <a:gd name="connsiteY1" fmla="*/ 0 h 349250"/>
                <a:gd name="connsiteX2" fmla="*/ 0 w 885825"/>
                <a:gd name="connsiteY2" fmla="*/ 250825 h 349250"/>
                <a:gd name="connsiteX3" fmla="*/ 0 w 885825"/>
                <a:gd name="connsiteY3" fmla="*/ 349250 h 349250"/>
                <a:gd name="connsiteX4" fmla="*/ 885825 w 885825"/>
                <a:gd name="connsiteY4" fmla="*/ 225425 h 349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25" h="349250">
                  <a:moveTo>
                    <a:pt x="885825" y="225425"/>
                  </a:moveTo>
                  <a:lnTo>
                    <a:pt x="885825" y="0"/>
                  </a:lnTo>
                  <a:lnTo>
                    <a:pt x="0" y="250825"/>
                  </a:lnTo>
                  <a:lnTo>
                    <a:pt x="0" y="349250"/>
                  </a:lnTo>
                  <a:lnTo>
                    <a:pt x="885825" y="22542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s-ES" sz="2397"/>
            </a:p>
          </p:txBody>
        </p:sp>
        <p:sp>
          <p:nvSpPr>
            <p:cNvPr id="10" name="Triángulo 10">
              <a:extLst>
                <a:ext uri="{FF2B5EF4-FFF2-40B4-BE49-F238E27FC236}">
                  <a16:creationId xmlns:a16="http://schemas.microsoft.com/office/drawing/2014/main" id="{400DAD3A-8917-4A46-A174-4210FBD17B57}"/>
                </a:ext>
              </a:extLst>
            </p:cNvPr>
            <p:cNvSpPr/>
            <p:nvPr userDrawn="1"/>
          </p:nvSpPr>
          <p:spPr>
            <a:xfrm>
              <a:off x="8064500" y="4844050"/>
              <a:ext cx="1083150" cy="318275"/>
            </a:xfrm>
            <a:custGeom>
              <a:avLst/>
              <a:gdLst>
                <a:gd name="connsiteX0" fmla="*/ 0 w 2282400"/>
                <a:gd name="connsiteY0" fmla="*/ 1101600 h 1101600"/>
                <a:gd name="connsiteX1" fmla="*/ 1141200 w 2282400"/>
                <a:gd name="connsiteY1" fmla="*/ 0 h 1101600"/>
                <a:gd name="connsiteX2" fmla="*/ 2282400 w 2282400"/>
                <a:gd name="connsiteY2" fmla="*/ 1101600 h 1101600"/>
                <a:gd name="connsiteX3" fmla="*/ 0 w 2282400"/>
                <a:gd name="connsiteY3" fmla="*/ 1101600 h 1101600"/>
                <a:gd name="connsiteX0" fmla="*/ 0 w 2300400"/>
                <a:gd name="connsiteY0" fmla="*/ 302400 h 302400"/>
                <a:gd name="connsiteX1" fmla="*/ 2300400 w 2300400"/>
                <a:gd name="connsiteY1" fmla="*/ 0 h 302400"/>
                <a:gd name="connsiteX2" fmla="*/ 2282400 w 2300400"/>
                <a:gd name="connsiteY2" fmla="*/ 302400 h 302400"/>
                <a:gd name="connsiteX3" fmla="*/ 0 w 2300400"/>
                <a:gd name="connsiteY3" fmla="*/ 302400 h 302400"/>
                <a:gd name="connsiteX0" fmla="*/ 0 w 1026000"/>
                <a:gd name="connsiteY0" fmla="*/ 295200 h 302400"/>
                <a:gd name="connsiteX1" fmla="*/ 1026000 w 1026000"/>
                <a:gd name="connsiteY1" fmla="*/ 0 h 302400"/>
                <a:gd name="connsiteX2" fmla="*/ 1008000 w 1026000"/>
                <a:gd name="connsiteY2" fmla="*/ 302400 h 302400"/>
                <a:gd name="connsiteX3" fmla="*/ 0 w 1026000"/>
                <a:gd name="connsiteY3" fmla="*/ 295200 h 302400"/>
                <a:gd name="connsiteX0" fmla="*/ 0 w 1083150"/>
                <a:gd name="connsiteY0" fmla="*/ 307900 h 315100"/>
                <a:gd name="connsiteX1" fmla="*/ 1083150 w 1083150"/>
                <a:gd name="connsiteY1" fmla="*/ 0 h 315100"/>
                <a:gd name="connsiteX2" fmla="*/ 1008000 w 1083150"/>
                <a:gd name="connsiteY2" fmla="*/ 315100 h 315100"/>
                <a:gd name="connsiteX3" fmla="*/ 0 w 1083150"/>
                <a:gd name="connsiteY3" fmla="*/ 307900 h 315100"/>
                <a:gd name="connsiteX0" fmla="*/ 0 w 1083150"/>
                <a:gd name="connsiteY0" fmla="*/ 307900 h 315100"/>
                <a:gd name="connsiteX1" fmla="*/ 1083150 w 1083150"/>
                <a:gd name="connsiteY1" fmla="*/ 0 h 315100"/>
                <a:gd name="connsiteX2" fmla="*/ 1074675 w 1083150"/>
                <a:gd name="connsiteY2" fmla="*/ 315100 h 315100"/>
                <a:gd name="connsiteX3" fmla="*/ 0 w 1083150"/>
                <a:gd name="connsiteY3" fmla="*/ 307900 h 315100"/>
                <a:gd name="connsiteX0" fmla="*/ 0 w 1083150"/>
                <a:gd name="connsiteY0" fmla="*/ 307900 h 318275"/>
                <a:gd name="connsiteX1" fmla="*/ 1083150 w 1083150"/>
                <a:gd name="connsiteY1" fmla="*/ 0 h 318275"/>
                <a:gd name="connsiteX2" fmla="*/ 1081025 w 1083150"/>
                <a:gd name="connsiteY2" fmla="*/ 318275 h 318275"/>
                <a:gd name="connsiteX3" fmla="*/ 0 w 1083150"/>
                <a:gd name="connsiteY3" fmla="*/ 307900 h 318275"/>
              </a:gdLst>
              <a:ahLst/>
              <a:cxnLst>
                <a:cxn ang="0">
                  <a:pos x="connsiteX0" y="connsiteY0"/>
                </a:cxn>
                <a:cxn ang="0">
                  <a:pos x="connsiteX1" y="connsiteY1"/>
                </a:cxn>
                <a:cxn ang="0">
                  <a:pos x="connsiteX2" y="connsiteY2"/>
                </a:cxn>
                <a:cxn ang="0">
                  <a:pos x="connsiteX3" y="connsiteY3"/>
                </a:cxn>
              </a:cxnLst>
              <a:rect l="l" t="t" r="r" b="b"/>
              <a:pathLst>
                <a:path w="1083150" h="318275">
                  <a:moveTo>
                    <a:pt x="0" y="307900"/>
                  </a:moveTo>
                  <a:lnTo>
                    <a:pt x="1083150" y="0"/>
                  </a:lnTo>
                  <a:cubicBezTo>
                    <a:pt x="1082442" y="106092"/>
                    <a:pt x="1081733" y="212183"/>
                    <a:pt x="1081025" y="318275"/>
                  </a:cubicBezTo>
                  <a:lnTo>
                    <a:pt x="0" y="3079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397"/>
            </a:p>
          </p:txBody>
        </p:sp>
      </p:grpSp>
      <p:sp>
        <p:nvSpPr>
          <p:cNvPr id="13" name="Slide Number Placeholder 5">
            <a:extLst>
              <a:ext uri="{FF2B5EF4-FFF2-40B4-BE49-F238E27FC236}">
                <a16:creationId xmlns:a16="http://schemas.microsoft.com/office/drawing/2014/main" id="{010F3A02-B7CA-9E42-855B-3F51A0093AEE}"/>
              </a:ext>
            </a:extLst>
          </p:cNvPr>
          <p:cNvSpPr txBox="1">
            <a:spLocks/>
          </p:cNvSpPr>
          <p:nvPr userDrawn="1"/>
        </p:nvSpPr>
        <p:spPr>
          <a:xfrm>
            <a:off x="11472598" y="6501346"/>
            <a:ext cx="382853" cy="323687"/>
          </a:xfrm>
          <a:prstGeom prst="rect">
            <a:avLst/>
          </a:prstGeom>
        </p:spPr>
        <p:txBody>
          <a:bodyPr vert="horz" lIns="0" tIns="0" rIns="0" bIns="0" rtlCol="0" anchor="ctr"/>
          <a:lstStyle>
            <a:defPPr>
              <a:defRPr lang="es-ES"/>
            </a:defPPr>
            <a:lvl1pPr marL="0" algn="l" defTabSz="685800" rtl="0" eaLnBrk="1" latinLnBrk="0" hangingPunct="1">
              <a:defRPr sz="800" kern="1200">
                <a:solidFill>
                  <a:schemeClr val="bg1"/>
                </a:solidFill>
                <a:latin typeface="Soho Gothic Pro" panose="020B0503030504020204" pitchFamily="34" charset="77"/>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A5078871-D93F-4D40-B540-DC74CFDF655C}" type="slidenum">
              <a:rPr lang="es-ES" sz="1066" smtClean="0">
                <a:solidFill>
                  <a:schemeClr val="bg1"/>
                </a:solidFill>
              </a:rPr>
              <a:pPr algn="r"/>
              <a:t>‹Nº›</a:t>
            </a:fld>
            <a:endParaRPr lang="es-ES" sz="1066" dirty="0">
              <a:solidFill>
                <a:schemeClr val="bg1"/>
              </a:solidFill>
            </a:endParaRPr>
          </a:p>
        </p:txBody>
      </p:sp>
    </p:spTree>
    <p:extLst>
      <p:ext uri="{BB962C8B-B14F-4D97-AF65-F5344CB8AC3E}">
        <p14:creationId xmlns:p14="http://schemas.microsoft.com/office/powerpoint/2010/main" val="586412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ila endoso">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1"/>
            </p:custDataLst>
          </p:nvPr>
        </p:nvGraphicFramePr>
        <p:xfrm>
          <a:off x="2117" y="2121"/>
          <a:ext cx="2117" cy="211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to 2" hidden="1"/>
                      <p:cNvPicPr/>
                      <p:nvPr/>
                    </p:nvPicPr>
                    <p:blipFill>
                      <a:blip r:embed="rId5"/>
                      <a:stretch>
                        <a:fillRect/>
                      </a:stretch>
                    </p:blipFill>
                    <p:spPr>
                      <a:xfrm>
                        <a:off x="2117" y="2121"/>
                        <a:ext cx="2117" cy="2117"/>
                      </a:xfrm>
                      <a:prstGeom prst="rect">
                        <a:avLst/>
                      </a:prstGeom>
                    </p:spPr>
                  </p:pic>
                </p:oleObj>
              </mc:Fallback>
            </mc:AlternateContent>
          </a:graphicData>
        </a:graphic>
      </p:graphicFrame>
      <p:sp>
        <p:nvSpPr>
          <p:cNvPr id="2" name="Rectángulo 1" hidden="1"/>
          <p:cNvSpPr/>
          <p:nvPr userDrawn="1">
            <p:custDataLst>
              <p:tags r:id="rId2"/>
            </p:custDataLst>
          </p:nvPr>
        </p:nvSpPr>
        <p:spPr>
          <a:xfrm>
            <a:off x="0" y="2"/>
            <a:ext cx="211666"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s-ES" sz="2665" b="0" i="0" baseline="0" dirty="0">
              <a:latin typeface="Playfair Display" panose="00000500000000000000" pitchFamily="2" charset="0"/>
              <a:ea typeface="+mj-ea"/>
              <a:cs typeface="+mj-cs"/>
              <a:sym typeface="Playfair Display" panose="00000500000000000000" pitchFamily="2" charset="0"/>
            </a:endParaRPr>
          </a:p>
        </p:txBody>
      </p:sp>
      <p:sp>
        <p:nvSpPr>
          <p:cNvPr id="6" name="Title Placeholder 1">
            <a:extLst>
              <a:ext uri="{FF2B5EF4-FFF2-40B4-BE49-F238E27FC236}">
                <a16:creationId xmlns:a16="http://schemas.microsoft.com/office/drawing/2014/main" id="{7EA230A8-2396-C04E-BA7D-6A765043E110}"/>
              </a:ext>
            </a:extLst>
          </p:cNvPr>
          <p:cNvSpPr>
            <a:spLocks noGrp="1"/>
          </p:cNvSpPr>
          <p:nvPr>
            <p:ph type="title" hasCustomPrompt="1"/>
          </p:nvPr>
        </p:nvSpPr>
        <p:spPr>
          <a:xfrm>
            <a:off x="336000" y="649095"/>
            <a:ext cx="11519451" cy="919343"/>
          </a:xfrm>
          <a:prstGeom prst="rect">
            <a:avLst/>
          </a:prstGeom>
        </p:spPr>
        <p:txBody>
          <a:bodyPr vert="horz" lIns="0" tIns="0" rIns="0" bIns="0" rtlCol="0" anchor="t">
            <a:noAutofit/>
          </a:bodyPr>
          <a:lstStyle>
            <a:lvl1pPr>
              <a:defRPr sz="2400"/>
            </a:lvl1pPr>
          </a:lstStyle>
          <a:p>
            <a:r>
              <a:rPr lang="es-ES" dirty="0"/>
              <a:t>Haga clic para modificar el título de esta página, cuentas con dos líneas para títulos extensos</a:t>
            </a:r>
            <a:endParaRPr lang="en-US" dirty="0"/>
          </a:p>
        </p:txBody>
      </p:sp>
      <p:sp>
        <p:nvSpPr>
          <p:cNvPr id="8" name="12 Marcador de texto"/>
          <p:cNvSpPr>
            <a:spLocks noGrp="1"/>
          </p:cNvSpPr>
          <p:nvPr>
            <p:ph type="body" sz="quarter" idx="13"/>
          </p:nvPr>
        </p:nvSpPr>
        <p:spPr>
          <a:xfrm>
            <a:off x="336000" y="357000"/>
            <a:ext cx="11519451" cy="251520"/>
          </a:xfrm>
          <a:prstGeom prst="rect">
            <a:avLst/>
          </a:prstGeom>
        </p:spPr>
        <p:txBody>
          <a:bodyPr lIns="0" anchor="t" anchorCtr="0">
            <a:noAutofit/>
          </a:bodyPr>
          <a:lstStyle>
            <a:lvl1pPr marL="0" indent="0">
              <a:buNone/>
              <a:defRPr kumimoji="0" lang="es-ES" sz="1000" b="0" i="0" u="none" strike="noStrike" kern="1200" cap="none" spc="0" normalizeH="0" baseline="0" dirty="0" smtClean="0">
                <a:ln>
                  <a:noFill/>
                </a:ln>
                <a:solidFill>
                  <a:srgbClr val="1A3B47"/>
                </a:solidFill>
                <a:effectLst/>
                <a:uLnTx/>
                <a:uFillTx/>
                <a:latin typeface="Soho Gothic Pro" panose="020B0503030504020204" pitchFamily="34" charset="0"/>
                <a:ea typeface="+mn-ea"/>
                <a:cs typeface="Soho Gothic Pro" panose="020B0503030504020204" pitchFamily="34" charset="0"/>
              </a:defRPr>
            </a:lvl1pPr>
            <a:lvl2pPr>
              <a:buNone/>
              <a:defRPr/>
            </a:lvl2pPr>
            <a:lvl3pPr>
              <a:buNone/>
              <a:defRPr/>
            </a:lvl3pPr>
            <a:lvl4pPr>
              <a:buNone/>
              <a:defRPr/>
            </a:lvl4pPr>
            <a:lvl5pPr>
              <a:buNone/>
              <a:defRPr/>
            </a:lvl5pPr>
          </a:lstStyle>
          <a:p>
            <a:pPr marL="0" marR="0" lvl="0" indent="0" algn="just" defTabSz="1124825" rtl="0" eaLnBrk="1" fontAlgn="auto" latinLnBrk="0" hangingPunct="1">
              <a:lnSpc>
                <a:spcPct val="100000"/>
              </a:lnSpc>
              <a:spcBef>
                <a:spcPct val="20000"/>
              </a:spcBef>
              <a:spcAft>
                <a:spcPts val="0"/>
              </a:spcAft>
              <a:buClr>
                <a:srgbClr val="3D3935">
                  <a:lumMod val="75000"/>
                </a:srgbClr>
              </a:buClr>
              <a:buSzTx/>
              <a:buFont typeface="Arial" pitchFamily="34" charset="0"/>
              <a:buNone/>
              <a:tabLst/>
              <a:defRPr/>
            </a:pPr>
            <a:r>
              <a:rPr lang="es-ES"/>
              <a:t>Haga clic para modificar los estilos de texto del patrón</a:t>
            </a:r>
          </a:p>
        </p:txBody>
      </p:sp>
      <p:grpSp>
        <p:nvGrpSpPr>
          <p:cNvPr id="7" name="Grupo 6"/>
          <p:cNvGrpSpPr/>
          <p:nvPr userDrawn="1"/>
        </p:nvGrpSpPr>
        <p:grpSpPr>
          <a:xfrm>
            <a:off x="10328936" y="6242390"/>
            <a:ext cx="1871531" cy="642611"/>
            <a:chOff x="8064500" y="4790414"/>
            <a:chExt cx="1083150" cy="371911"/>
          </a:xfrm>
        </p:grpSpPr>
        <p:sp>
          <p:nvSpPr>
            <p:cNvPr id="9" name="Forma libre 8">
              <a:extLst>
                <a:ext uri="{FF2B5EF4-FFF2-40B4-BE49-F238E27FC236}">
                  <a16:creationId xmlns:a16="http://schemas.microsoft.com/office/drawing/2014/main" id="{C6C3A9BA-FA29-AF49-93DF-C962E39BE4D1}"/>
                </a:ext>
              </a:extLst>
            </p:cNvPr>
            <p:cNvSpPr/>
            <p:nvPr userDrawn="1"/>
          </p:nvSpPr>
          <p:spPr>
            <a:xfrm>
              <a:off x="8261825" y="4790414"/>
              <a:ext cx="885825" cy="349250"/>
            </a:xfrm>
            <a:custGeom>
              <a:avLst/>
              <a:gdLst>
                <a:gd name="connsiteX0" fmla="*/ 885825 w 885825"/>
                <a:gd name="connsiteY0" fmla="*/ 225425 h 349250"/>
                <a:gd name="connsiteX1" fmla="*/ 885825 w 885825"/>
                <a:gd name="connsiteY1" fmla="*/ 0 h 349250"/>
                <a:gd name="connsiteX2" fmla="*/ 0 w 885825"/>
                <a:gd name="connsiteY2" fmla="*/ 250825 h 349250"/>
                <a:gd name="connsiteX3" fmla="*/ 0 w 885825"/>
                <a:gd name="connsiteY3" fmla="*/ 349250 h 349250"/>
                <a:gd name="connsiteX4" fmla="*/ 885825 w 885825"/>
                <a:gd name="connsiteY4" fmla="*/ 225425 h 349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25" h="349250">
                  <a:moveTo>
                    <a:pt x="885825" y="225425"/>
                  </a:moveTo>
                  <a:lnTo>
                    <a:pt x="885825" y="0"/>
                  </a:lnTo>
                  <a:lnTo>
                    <a:pt x="0" y="250825"/>
                  </a:lnTo>
                  <a:lnTo>
                    <a:pt x="0" y="349250"/>
                  </a:lnTo>
                  <a:lnTo>
                    <a:pt x="885825" y="225425"/>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s-ES" sz="2397"/>
            </a:p>
          </p:txBody>
        </p:sp>
        <p:sp>
          <p:nvSpPr>
            <p:cNvPr id="10" name="Triángulo 10">
              <a:extLst>
                <a:ext uri="{FF2B5EF4-FFF2-40B4-BE49-F238E27FC236}">
                  <a16:creationId xmlns:a16="http://schemas.microsoft.com/office/drawing/2014/main" id="{400DAD3A-8917-4A46-A174-4210FBD17B57}"/>
                </a:ext>
              </a:extLst>
            </p:cNvPr>
            <p:cNvSpPr/>
            <p:nvPr userDrawn="1"/>
          </p:nvSpPr>
          <p:spPr>
            <a:xfrm>
              <a:off x="8064500" y="4844050"/>
              <a:ext cx="1083150" cy="318275"/>
            </a:xfrm>
            <a:custGeom>
              <a:avLst/>
              <a:gdLst>
                <a:gd name="connsiteX0" fmla="*/ 0 w 2282400"/>
                <a:gd name="connsiteY0" fmla="*/ 1101600 h 1101600"/>
                <a:gd name="connsiteX1" fmla="*/ 1141200 w 2282400"/>
                <a:gd name="connsiteY1" fmla="*/ 0 h 1101600"/>
                <a:gd name="connsiteX2" fmla="*/ 2282400 w 2282400"/>
                <a:gd name="connsiteY2" fmla="*/ 1101600 h 1101600"/>
                <a:gd name="connsiteX3" fmla="*/ 0 w 2282400"/>
                <a:gd name="connsiteY3" fmla="*/ 1101600 h 1101600"/>
                <a:gd name="connsiteX0" fmla="*/ 0 w 2300400"/>
                <a:gd name="connsiteY0" fmla="*/ 302400 h 302400"/>
                <a:gd name="connsiteX1" fmla="*/ 2300400 w 2300400"/>
                <a:gd name="connsiteY1" fmla="*/ 0 h 302400"/>
                <a:gd name="connsiteX2" fmla="*/ 2282400 w 2300400"/>
                <a:gd name="connsiteY2" fmla="*/ 302400 h 302400"/>
                <a:gd name="connsiteX3" fmla="*/ 0 w 2300400"/>
                <a:gd name="connsiteY3" fmla="*/ 302400 h 302400"/>
                <a:gd name="connsiteX0" fmla="*/ 0 w 1026000"/>
                <a:gd name="connsiteY0" fmla="*/ 295200 h 302400"/>
                <a:gd name="connsiteX1" fmla="*/ 1026000 w 1026000"/>
                <a:gd name="connsiteY1" fmla="*/ 0 h 302400"/>
                <a:gd name="connsiteX2" fmla="*/ 1008000 w 1026000"/>
                <a:gd name="connsiteY2" fmla="*/ 302400 h 302400"/>
                <a:gd name="connsiteX3" fmla="*/ 0 w 1026000"/>
                <a:gd name="connsiteY3" fmla="*/ 295200 h 302400"/>
                <a:gd name="connsiteX0" fmla="*/ 0 w 1083150"/>
                <a:gd name="connsiteY0" fmla="*/ 307900 h 315100"/>
                <a:gd name="connsiteX1" fmla="*/ 1083150 w 1083150"/>
                <a:gd name="connsiteY1" fmla="*/ 0 h 315100"/>
                <a:gd name="connsiteX2" fmla="*/ 1008000 w 1083150"/>
                <a:gd name="connsiteY2" fmla="*/ 315100 h 315100"/>
                <a:gd name="connsiteX3" fmla="*/ 0 w 1083150"/>
                <a:gd name="connsiteY3" fmla="*/ 307900 h 315100"/>
                <a:gd name="connsiteX0" fmla="*/ 0 w 1083150"/>
                <a:gd name="connsiteY0" fmla="*/ 307900 h 315100"/>
                <a:gd name="connsiteX1" fmla="*/ 1083150 w 1083150"/>
                <a:gd name="connsiteY1" fmla="*/ 0 h 315100"/>
                <a:gd name="connsiteX2" fmla="*/ 1074675 w 1083150"/>
                <a:gd name="connsiteY2" fmla="*/ 315100 h 315100"/>
                <a:gd name="connsiteX3" fmla="*/ 0 w 1083150"/>
                <a:gd name="connsiteY3" fmla="*/ 307900 h 315100"/>
                <a:gd name="connsiteX0" fmla="*/ 0 w 1083150"/>
                <a:gd name="connsiteY0" fmla="*/ 307900 h 318275"/>
                <a:gd name="connsiteX1" fmla="*/ 1083150 w 1083150"/>
                <a:gd name="connsiteY1" fmla="*/ 0 h 318275"/>
                <a:gd name="connsiteX2" fmla="*/ 1081025 w 1083150"/>
                <a:gd name="connsiteY2" fmla="*/ 318275 h 318275"/>
                <a:gd name="connsiteX3" fmla="*/ 0 w 1083150"/>
                <a:gd name="connsiteY3" fmla="*/ 307900 h 318275"/>
              </a:gdLst>
              <a:ahLst/>
              <a:cxnLst>
                <a:cxn ang="0">
                  <a:pos x="connsiteX0" y="connsiteY0"/>
                </a:cxn>
                <a:cxn ang="0">
                  <a:pos x="connsiteX1" y="connsiteY1"/>
                </a:cxn>
                <a:cxn ang="0">
                  <a:pos x="connsiteX2" y="connsiteY2"/>
                </a:cxn>
                <a:cxn ang="0">
                  <a:pos x="connsiteX3" y="connsiteY3"/>
                </a:cxn>
              </a:cxnLst>
              <a:rect l="l" t="t" r="r" b="b"/>
              <a:pathLst>
                <a:path w="1083150" h="318275">
                  <a:moveTo>
                    <a:pt x="0" y="307900"/>
                  </a:moveTo>
                  <a:lnTo>
                    <a:pt x="1083150" y="0"/>
                  </a:lnTo>
                  <a:cubicBezTo>
                    <a:pt x="1082442" y="106092"/>
                    <a:pt x="1081733" y="212183"/>
                    <a:pt x="1081025" y="318275"/>
                  </a:cubicBezTo>
                  <a:lnTo>
                    <a:pt x="0" y="3079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397"/>
            </a:p>
          </p:txBody>
        </p:sp>
      </p:grpSp>
      <p:pic>
        <p:nvPicPr>
          <p:cNvPr id="11" name="Imagen 10"/>
          <p:cNvPicPr>
            <a:picLocks noChangeAspect="1"/>
          </p:cNvPicPr>
          <p:nvPr userDrawn="1"/>
        </p:nvPicPr>
        <p:blipFill>
          <a:blip r:embed="rId6">
            <a:lum/>
          </a:blip>
          <a:stretch>
            <a:fillRect/>
          </a:stretch>
        </p:blipFill>
        <p:spPr>
          <a:xfrm>
            <a:off x="8887258" y="6540533"/>
            <a:ext cx="1145182" cy="248840"/>
          </a:xfrm>
          <a:prstGeom prst="rect">
            <a:avLst/>
          </a:prstGeom>
        </p:spPr>
      </p:pic>
      <p:sp>
        <p:nvSpPr>
          <p:cNvPr id="12" name="Freeform 5"/>
          <p:cNvSpPr>
            <a:spLocks noEditPoints="1"/>
          </p:cNvSpPr>
          <p:nvPr userDrawn="1"/>
        </p:nvSpPr>
        <p:spPr bwMode="auto">
          <a:xfrm>
            <a:off x="336000" y="6506083"/>
            <a:ext cx="858184" cy="171408"/>
          </a:xfrm>
          <a:custGeom>
            <a:avLst/>
            <a:gdLst>
              <a:gd name="T0" fmla="*/ 1051 w 1701"/>
              <a:gd name="T1" fmla="*/ 298 h 337"/>
              <a:gd name="T2" fmla="*/ 967 w 1701"/>
              <a:gd name="T3" fmla="*/ 337 h 337"/>
              <a:gd name="T4" fmla="*/ 877 w 1701"/>
              <a:gd name="T5" fmla="*/ 262 h 337"/>
              <a:gd name="T6" fmla="*/ 906 w 1701"/>
              <a:gd name="T7" fmla="*/ 285 h 337"/>
              <a:gd name="T8" fmla="*/ 991 w 1701"/>
              <a:gd name="T9" fmla="*/ 309 h 337"/>
              <a:gd name="T10" fmla="*/ 1033 w 1701"/>
              <a:gd name="T11" fmla="*/ 263 h 337"/>
              <a:gd name="T12" fmla="*/ 926 w 1701"/>
              <a:gd name="T13" fmla="*/ 200 h 337"/>
              <a:gd name="T14" fmla="*/ 888 w 1701"/>
              <a:gd name="T15" fmla="*/ 112 h 337"/>
              <a:gd name="T16" fmla="*/ 967 w 1701"/>
              <a:gd name="T17" fmla="*/ 75 h 337"/>
              <a:gd name="T18" fmla="*/ 1056 w 1701"/>
              <a:gd name="T19" fmla="*/ 149 h 337"/>
              <a:gd name="T20" fmla="*/ 1013 w 1701"/>
              <a:gd name="T21" fmla="*/ 112 h 337"/>
              <a:gd name="T22" fmla="*/ 925 w 1701"/>
              <a:gd name="T23" fmla="*/ 108 h 337"/>
              <a:gd name="T24" fmla="*/ 913 w 1701"/>
              <a:gd name="T25" fmla="*/ 163 h 337"/>
              <a:gd name="T26" fmla="*/ 1046 w 1701"/>
              <a:gd name="T27" fmla="*/ 222 h 337"/>
              <a:gd name="T28" fmla="*/ 680 w 1701"/>
              <a:gd name="T29" fmla="*/ 86 h 337"/>
              <a:gd name="T30" fmla="*/ 656 w 1701"/>
              <a:gd name="T31" fmla="*/ 103 h 337"/>
              <a:gd name="T32" fmla="*/ 656 w 1701"/>
              <a:gd name="T33" fmla="*/ 103 h 337"/>
              <a:gd name="T34" fmla="*/ 632 w 1701"/>
              <a:gd name="T35" fmla="*/ 335 h 337"/>
              <a:gd name="T36" fmla="*/ 661 w 1701"/>
              <a:gd name="T37" fmla="*/ 137 h 337"/>
              <a:gd name="T38" fmla="*/ 722 w 1701"/>
              <a:gd name="T39" fmla="*/ 100 h 337"/>
              <a:gd name="T40" fmla="*/ 783 w 1701"/>
              <a:gd name="T41" fmla="*/ 140 h 337"/>
              <a:gd name="T42" fmla="*/ 810 w 1701"/>
              <a:gd name="T43" fmla="*/ 335 h 337"/>
              <a:gd name="T44" fmla="*/ 722 w 1701"/>
              <a:gd name="T45" fmla="*/ 75 h 337"/>
              <a:gd name="T46" fmla="*/ 1692 w 1701"/>
              <a:gd name="T47" fmla="*/ 298 h 337"/>
              <a:gd name="T48" fmla="*/ 1607 w 1701"/>
              <a:gd name="T49" fmla="*/ 256 h 337"/>
              <a:gd name="T50" fmla="*/ 1686 w 1701"/>
              <a:gd name="T51" fmla="*/ 101 h 337"/>
              <a:gd name="T52" fmla="*/ 1607 w 1701"/>
              <a:gd name="T53" fmla="*/ 78 h 337"/>
              <a:gd name="T54" fmla="*/ 1583 w 1701"/>
              <a:gd name="T55" fmla="*/ 257 h 337"/>
              <a:gd name="T56" fmla="*/ 248 w 1701"/>
              <a:gd name="T57" fmla="*/ 75 h 337"/>
              <a:gd name="T58" fmla="*/ 181 w 1701"/>
              <a:gd name="T59" fmla="*/ 98 h 337"/>
              <a:gd name="T60" fmla="*/ 92 w 1701"/>
              <a:gd name="T61" fmla="*/ 75 h 337"/>
              <a:gd name="T62" fmla="*/ 0 w 1701"/>
              <a:gd name="T63" fmla="*/ 164 h 337"/>
              <a:gd name="T64" fmla="*/ 25 w 1701"/>
              <a:gd name="T65" fmla="*/ 164 h 337"/>
              <a:gd name="T66" fmla="*/ 57 w 1701"/>
              <a:gd name="T67" fmla="*/ 106 h 337"/>
              <a:gd name="T68" fmla="*/ 124 w 1701"/>
              <a:gd name="T69" fmla="*/ 106 h 337"/>
              <a:gd name="T70" fmla="*/ 156 w 1701"/>
              <a:gd name="T71" fmla="*/ 164 h 337"/>
              <a:gd name="T72" fmla="*/ 182 w 1701"/>
              <a:gd name="T73" fmla="*/ 164 h 337"/>
              <a:gd name="T74" fmla="*/ 214 w 1701"/>
              <a:gd name="T75" fmla="*/ 106 h 337"/>
              <a:gd name="T76" fmla="*/ 281 w 1701"/>
              <a:gd name="T77" fmla="*/ 106 h 337"/>
              <a:gd name="T78" fmla="*/ 313 w 1701"/>
              <a:gd name="T79" fmla="*/ 164 h 337"/>
              <a:gd name="T80" fmla="*/ 338 w 1701"/>
              <a:gd name="T81" fmla="*/ 164 h 337"/>
              <a:gd name="T82" fmla="*/ 1522 w 1701"/>
              <a:gd name="T83" fmla="*/ 334 h 337"/>
              <a:gd name="T84" fmla="*/ 1522 w 1701"/>
              <a:gd name="T85" fmla="*/ 311 h 337"/>
              <a:gd name="T86" fmla="*/ 1381 w 1701"/>
              <a:gd name="T87" fmla="*/ 78 h 337"/>
              <a:gd name="T88" fmla="*/ 1381 w 1701"/>
              <a:gd name="T89" fmla="*/ 101 h 337"/>
              <a:gd name="T90" fmla="*/ 1381 w 1701"/>
              <a:gd name="T91" fmla="*/ 311 h 337"/>
              <a:gd name="T92" fmla="*/ 1381 w 1701"/>
              <a:gd name="T93" fmla="*/ 334 h 337"/>
              <a:gd name="T94" fmla="*/ 415 w 1701"/>
              <a:gd name="T95" fmla="*/ 78 h 337"/>
              <a:gd name="T96" fmla="*/ 415 w 1701"/>
              <a:gd name="T97" fmla="*/ 101 h 337"/>
              <a:gd name="T98" fmla="*/ 412 w 1701"/>
              <a:gd name="T99" fmla="*/ 311 h 337"/>
              <a:gd name="T100" fmla="*/ 556 w 1701"/>
              <a:gd name="T101" fmla="*/ 311 h 337"/>
              <a:gd name="T102" fmla="*/ 1297 w 1701"/>
              <a:gd name="T103" fmla="*/ 126 h 337"/>
              <a:gd name="T104" fmla="*/ 1288 w 1701"/>
              <a:gd name="T105" fmla="*/ 334 h 337"/>
              <a:gd name="T106" fmla="*/ 1280 w 1701"/>
              <a:gd name="T107" fmla="*/ 313 h 337"/>
              <a:gd name="T108" fmla="*/ 1148 w 1701"/>
              <a:gd name="T109" fmla="*/ 314 h 337"/>
              <a:gd name="T110" fmla="*/ 1130 w 1701"/>
              <a:gd name="T111" fmla="*/ 126 h 337"/>
              <a:gd name="T112" fmla="*/ 1250 w 1701"/>
              <a:gd name="T113" fmla="*/ 81 h 337"/>
              <a:gd name="T114" fmla="*/ 1278 w 1701"/>
              <a:gd name="T115" fmla="*/ 162 h 337"/>
              <a:gd name="T116" fmla="*/ 1166 w 1701"/>
              <a:gd name="T117" fmla="*/ 116 h 337"/>
              <a:gd name="T118" fmla="*/ 1152 w 1701"/>
              <a:gd name="T119" fmla="*/ 271 h 337"/>
              <a:gd name="T120" fmla="*/ 1214 w 1701"/>
              <a:gd name="T121" fmla="*/ 312 h 337"/>
              <a:gd name="T122" fmla="*/ 1275 w 1701"/>
              <a:gd name="T123" fmla="*/ 271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1" h="337">
                <a:moveTo>
                  <a:pt x="1046" y="222"/>
                </a:moveTo>
                <a:cubicBezTo>
                  <a:pt x="1054" y="233"/>
                  <a:pt x="1058" y="247"/>
                  <a:pt x="1058" y="263"/>
                </a:cubicBezTo>
                <a:cubicBezTo>
                  <a:pt x="1058" y="276"/>
                  <a:pt x="1056" y="288"/>
                  <a:pt x="1051" y="298"/>
                </a:cubicBezTo>
                <a:cubicBezTo>
                  <a:pt x="1046" y="307"/>
                  <a:pt x="1039" y="315"/>
                  <a:pt x="1031" y="321"/>
                </a:cubicBezTo>
                <a:cubicBezTo>
                  <a:pt x="1022" y="327"/>
                  <a:pt x="1013" y="331"/>
                  <a:pt x="1001" y="333"/>
                </a:cubicBezTo>
                <a:cubicBezTo>
                  <a:pt x="991" y="335"/>
                  <a:pt x="979" y="337"/>
                  <a:pt x="967" y="337"/>
                </a:cubicBezTo>
                <a:cubicBezTo>
                  <a:pt x="940" y="337"/>
                  <a:pt x="919" y="331"/>
                  <a:pt x="902" y="319"/>
                </a:cubicBezTo>
                <a:cubicBezTo>
                  <a:pt x="886" y="306"/>
                  <a:pt x="877" y="288"/>
                  <a:pt x="876" y="263"/>
                </a:cubicBezTo>
                <a:cubicBezTo>
                  <a:pt x="876" y="263"/>
                  <a:pt x="877" y="262"/>
                  <a:pt x="877" y="262"/>
                </a:cubicBezTo>
                <a:cubicBezTo>
                  <a:pt x="901" y="262"/>
                  <a:pt x="901" y="262"/>
                  <a:pt x="901" y="262"/>
                </a:cubicBezTo>
                <a:cubicBezTo>
                  <a:pt x="901" y="262"/>
                  <a:pt x="902" y="263"/>
                  <a:pt x="902" y="263"/>
                </a:cubicBezTo>
                <a:cubicBezTo>
                  <a:pt x="902" y="272"/>
                  <a:pt x="903" y="280"/>
                  <a:pt x="906" y="285"/>
                </a:cubicBezTo>
                <a:cubicBezTo>
                  <a:pt x="910" y="291"/>
                  <a:pt x="914" y="296"/>
                  <a:pt x="920" y="300"/>
                </a:cubicBezTo>
                <a:cubicBezTo>
                  <a:pt x="926" y="303"/>
                  <a:pt x="932" y="306"/>
                  <a:pt x="940" y="308"/>
                </a:cubicBezTo>
                <a:cubicBezTo>
                  <a:pt x="954" y="311"/>
                  <a:pt x="970" y="311"/>
                  <a:pt x="991" y="309"/>
                </a:cubicBezTo>
                <a:cubicBezTo>
                  <a:pt x="998" y="308"/>
                  <a:pt x="1005" y="306"/>
                  <a:pt x="1012" y="303"/>
                </a:cubicBezTo>
                <a:cubicBezTo>
                  <a:pt x="1018" y="299"/>
                  <a:pt x="1023" y="295"/>
                  <a:pt x="1027" y="288"/>
                </a:cubicBezTo>
                <a:cubicBezTo>
                  <a:pt x="1031" y="282"/>
                  <a:pt x="1033" y="274"/>
                  <a:pt x="1033" y="263"/>
                </a:cubicBezTo>
                <a:cubicBezTo>
                  <a:pt x="1033" y="254"/>
                  <a:pt x="1031" y="246"/>
                  <a:pt x="1026" y="238"/>
                </a:cubicBezTo>
                <a:cubicBezTo>
                  <a:pt x="1021" y="231"/>
                  <a:pt x="1013" y="226"/>
                  <a:pt x="1003" y="223"/>
                </a:cubicBezTo>
                <a:cubicBezTo>
                  <a:pt x="926" y="200"/>
                  <a:pt x="926" y="200"/>
                  <a:pt x="926" y="200"/>
                </a:cubicBezTo>
                <a:cubicBezTo>
                  <a:pt x="911" y="196"/>
                  <a:pt x="901" y="190"/>
                  <a:pt x="893" y="180"/>
                </a:cubicBezTo>
                <a:cubicBezTo>
                  <a:pt x="885" y="170"/>
                  <a:pt x="881" y="158"/>
                  <a:pt x="881" y="144"/>
                </a:cubicBezTo>
                <a:cubicBezTo>
                  <a:pt x="881" y="131"/>
                  <a:pt x="884" y="121"/>
                  <a:pt x="888" y="112"/>
                </a:cubicBezTo>
                <a:cubicBezTo>
                  <a:pt x="893" y="103"/>
                  <a:pt x="899" y="96"/>
                  <a:pt x="907" y="90"/>
                </a:cubicBezTo>
                <a:cubicBezTo>
                  <a:pt x="915" y="85"/>
                  <a:pt x="924" y="81"/>
                  <a:pt x="934" y="78"/>
                </a:cubicBezTo>
                <a:cubicBezTo>
                  <a:pt x="945" y="76"/>
                  <a:pt x="955" y="75"/>
                  <a:pt x="967" y="75"/>
                </a:cubicBezTo>
                <a:cubicBezTo>
                  <a:pt x="993" y="75"/>
                  <a:pt x="1014" y="81"/>
                  <a:pt x="1030" y="93"/>
                </a:cubicBezTo>
                <a:cubicBezTo>
                  <a:pt x="1047" y="105"/>
                  <a:pt x="1055" y="124"/>
                  <a:pt x="1056" y="148"/>
                </a:cubicBezTo>
                <a:cubicBezTo>
                  <a:pt x="1056" y="148"/>
                  <a:pt x="1056" y="149"/>
                  <a:pt x="1056" y="149"/>
                </a:cubicBezTo>
                <a:cubicBezTo>
                  <a:pt x="1032" y="149"/>
                  <a:pt x="1032" y="149"/>
                  <a:pt x="1032" y="149"/>
                </a:cubicBezTo>
                <a:cubicBezTo>
                  <a:pt x="1032" y="149"/>
                  <a:pt x="1032" y="148"/>
                  <a:pt x="1032" y="148"/>
                </a:cubicBezTo>
                <a:cubicBezTo>
                  <a:pt x="1031" y="131"/>
                  <a:pt x="1025" y="119"/>
                  <a:pt x="1013" y="112"/>
                </a:cubicBezTo>
                <a:cubicBezTo>
                  <a:pt x="1002" y="104"/>
                  <a:pt x="986" y="100"/>
                  <a:pt x="966" y="100"/>
                </a:cubicBezTo>
                <a:cubicBezTo>
                  <a:pt x="958" y="100"/>
                  <a:pt x="951" y="100"/>
                  <a:pt x="944" y="102"/>
                </a:cubicBezTo>
                <a:cubicBezTo>
                  <a:pt x="937" y="103"/>
                  <a:pt x="931" y="105"/>
                  <a:pt x="925" y="108"/>
                </a:cubicBezTo>
                <a:cubicBezTo>
                  <a:pt x="919" y="111"/>
                  <a:pt x="915" y="115"/>
                  <a:pt x="911" y="121"/>
                </a:cubicBezTo>
                <a:cubicBezTo>
                  <a:pt x="908" y="127"/>
                  <a:pt x="906" y="134"/>
                  <a:pt x="906" y="144"/>
                </a:cubicBezTo>
                <a:cubicBezTo>
                  <a:pt x="906" y="151"/>
                  <a:pt x="908" y="157"/>
                  <a:pt x="913" y="163"/>
                </a:cubicBezTo>
                <a:cubicBezTo>
                  <a:pt x="917" y="170"/>
                  <a:pt x="924" y="174"/>
                  <a:pt x="934" y="177"/>
                </a:cubicBezTo>
                <a:cubicBezTo>
                  <a:pt x="1011" y="199"/>
                  <a:pt x="1011" y="199"/>
                  <a:pt x="1011" y="199"/>
                </a:cubicBezTo>
                <a:cubicBezTo>
                  <a:pt x="1026" y="204"/>
                  <a:pt x="1038" y="211"/>
                  <a:pt x="1046" y="222"/>
                </a:cubicBezTo>
                <a:close/>
                <a:moveTo>
                  <a:pt x="722" y="75"/>
                </a:moveTo>
                <a:cubicBezTo>
                  <a:pt x="715" y="75"/>
                  <a:pt x="708" y="76"/>
                  <a:pt x="701" y="78"/>
                </a:cubicBezTo>
                <a:cubicBezTo>
                  <a:pt x="694" y="79"/>
                  <a:pt x="687" y="82"/>
                  <a:pt x="680" y="86"/>
                </a:cubicBezTo>
                <a:cubicBezTo>
                  <a:pt x="673" y="89"/>
                  <a:pt x="667" y="93"/>
                  <a:pt x="662" y="98"/>
                </a:cubicBezTo>
                <a:cubicBezTo>
                  <a:pt x="660" y="100"/>
                  <a:pt x="658" y="101"/>
                  <a:pt x="656" y="103"/>
                </a:cubicBezTo>
                <a:cubicBezTo>
                  <a:pt x="656" y="103"/>
                  <a:pt x="656" y="103"/>
                  <a:pt x="656" y="103"/>
                </a:cubicBezTo>
                <a:cubicBezTo>
                  <a:pt x="656" y="103"/>
                  <a:pt x="656" y="103"/>
                  <a:pt x="656" y="103"/>
                </a:cubicBezTo>
                <a:cubicBezTo>
                  <a:pt x="656" y="103"/>
                  <a:pt x="656" y="103"/>
                  <a:pt x="656" y="103"/>
                </a:cubicBezTo>
                <a:cubicBezTo>
                  <a:pt x="656" y="103"/>
                  <a:pt x="656" y="103"/>
                  <a:pt x="656" y="103"/>
                </a:cubicBezTo>
                <a:cubicBezTo>
                  <a:pt x="643" y="78"/>
                  <a:pt x="643" y="78"/>
                  <a:pt x="643" y="78"/>
                </a:cubicBezTo>
                <a:cubicBezTo>
                  <a:pt x="632" y="78"/>
                  <a:pt x="632" y="78"/>
                  <a:pt x="632" y="78"/>
                </a:cubicBezTo>
                <a:cubicBezTo>
                  <a:pt x="632" y="335"/>
                  <a:pt x="632" y="335"/>
                  <a:pt x="632" y="335"/>
                </a:cubicBezTo>
                <a:cubicBezTo>
                  <a:pt x="656" y="335"/>
                  <a:pt x="656" y="335"/>
                  <a:pt x="656" y="335"/>
                </a:cubicBezTo>
                <a:cubicBezTo>
                  <a:pt x="656" y="162"/>
                  <a:pt x="656" y="162"/>
                  <a:pt x="656" y="162"/>
                </a:cubicBezTo>
                <a:cubicBezTo>
                  <a:pt x="656" y="152"/>
                  <a:pt x="658" y="144"/>
                  <a:pt x="661" y="137"/>
                </a:cubicBezTo>
                <a:cubicBezTo>
                  <a:pt x="664" y="129"/>
                  <a:pt x="669" y="122"/>
                  <a:pt x="674" y="117"/>
                </a:cubicBezTo>
                <a:cubicBezTo>
                  <a:pt x="680" y="112"/>
                  <a:pt x="687" y="108"/>
                  <a:pt x="695" y="105"/>
                </a:cubicBezTo>
                <a:cubicBezTo>
                  <a:pt x="703" y="102"/>
                  <a:pt x="712" y="100"/>
                  <a:pt x="722" y="100"/>
                </a:cubicBezTo>
                <a:cubicBezTo>
                  <a:pt x="735" y="100"/>
                  <a:pt x="745" y="102"/>
                  <a:pt x="754" y="106"/>
                </a:cubicBezTo>
                <a:cubicBezTo>
                  <a:pt x="762" y="110"/>
                  <a:pt x="769" y="115"/>
                  <a:pt x="773" y="120"/>
                </a:cubicBezTo>
                <a:cubicBezTo>
                  <a:pt x="778" y="126"/>
                  <a:pt x="781" y="133"/>
                  <a:pt x="783" y="140"/>
                </a:cubicBezTo>
                <a:cubicBezTo>
                  <a:pt x="785" y="149"/>
                  <a:pt x="786" y="156"/>
                  <a:pt x="786" y="163"/>
                </a:cubicBezTo>
                <a:cubicBezTo>
                  <a:pt x="786" y="335"/>
                  <a:pt x="786" y="335"/>
                  <a:pt x="786" y="335"/>
                </a:cubicBezTo>
                <a:cubicBezTo>
                  <a:pt x="810" y="335"/>
                  <a:pt x="810" y="335"/>
                  <a:pt x="810" y="335"/>
                </a:cubicBezTo>
                <a:cubicBezTo>
                  <a:pt x="810" y="163"/>
                  <a:pt x="810" y="163"/>
                  <a:pt x="810" y="163"/>
                </a:cubicBezTo>
                <a:cubicBezTo>
                  <a:pt x="810" y="135"/>
                  <a:pt x="802" y="113"/>
                  <a:pt x="787" y="98"/>
                </a:cubicBezTo>
                <a:cubicBezTo>
                  <a:pt x="771" y="83"/>
                  <a:pt x="749" y="75"/>
                  <a:pt x="722" y="75"/>
                </a:cubicBezTo>
                <a:close/>
                <a:moveTo>
                  <a:pt x="1650" y="337"/>
                </a:moveTo>
                <a:cubicBezTo>
                  <a:pt x="1672" y="337"/>
                  <a:pt x="1689" y="331"/>
                  <a:pt x="1701" y="321"/>
                </a:cubicBezTo>
                <a:cubicBezTo>
                  <a:pt x="1692" y="298"/>
                  <a:pt x="1692" y="298"/>
                  <a:pt x="1692" y="298"/>
                </a:cubicBezTo>
                <a:cubicBezTo>
                  <a:pt x="1683" y="306"/>
                  <a:pt x="1670" y="313"/>
                  <a:pt x="1650" y="313"/>
                </a:cubicBezTo>
                <a:cubicBezTo>
                  <a:pt x="1636" y="313"/>
                  <a:pt x="1625" y="308"/>
                  <a:pt x="1618" y="300"/>
                </a:cubicBezTo>
                <a:cubicBezTo>
                  <a:pt x="1611" y="291"/>
                  <a:pt x="1607" y="277"/>
                  <a:pt x="1607" y="256"/>
                </a:cubicBezTo>
                <a:cubicBezTo>
                  <a:pt x="1607" y="101"/>
                  <a:pt x="1607" y="101"/>
                  <a:pt x="1607" y="101"/>
                </a:cubicBezTo>
                <a:cubicBezTo>
                  <a:pt x="1685" y="101"/>
                  <a:pt x="1685" y="101"/>
                  <a:pt x="1685" y="101"/>
                </a:cubicBezTo>
                <a:cubicBezTo>
                  <a:pt x="1686" y="101"/>
                  <a:pt x="1686" y="101"/>
                  <a:pt x="1686" y="101"/>
                </a:cubicBezTo>
                <a:cubicBezTo>
                  <a:pt x="1686" y="78"/>
                  <a:pt x="1686" y="78"/>
                  <a:pt x="1686" y="78"/>
                </a:cubicBezTo>
                <a:cubicBezTo>
                  <a:pt x="1686" y="78"/>
                  <a:pt x="1686" y="78"/>
                  <a:pt x="1685" y="78"/>
                </a:cubicBezTo>
                <a:cubicBezTo>
                  <a:pt x="1607" y="78"/>
                  <a:pt x="1607" y="78"/>
                  <a:pt x="1607" y="78"/>
                </a:cubicBezTo>
                <a:cubicBezTo>
                  <a:pt x="1607" y="0"/>
                  <a:pt x="1607" y="0"/>
                  <a:pt x="1607" y="0"/>
                </a:cubicBezTo>
                <a:cubicBezTo>
                  <a:pt x="1583" y="0"/>
                  <a:pt x="1583" y="0"/>
                  <a:pt x="1583" y="0"/>
                </a:cubicBezTo>
                <a:cubicBezTo>
                  <a:pt x="1583" y="257"/>
                  <a:pt x="1583" y="257"/>
                  <a:pt x="1583" y="257"/>
                </a:cubicBezTo>
                <a:cubicBezTo>
                  <a:pt x="1583" y="284"/>
                  <a:pt x="1589" y="304"/>
                  <a:pt x="1600" y="317"/>
                </a:cubicBezTo>
                <a:cubicBezTo>
                  <a:pt x="1612" y="330"/>
                  <a:pt x="1629" y="337"/>
                  <a:pt x="1650" y="337"/>
                </a:cubicBezTo>
                <a:close/>
                <a:moveTo>
                  <a:pt x="248" y="75"/>
                </a:moveTo>
                <a:cubicBezTo>
                  <a:pt x="248" y="75"/>
                  <a:pt x="248" y="75"/>
                  <a:pt x="248" y="75"/>
                </a:cubicBezTo>
                <a:cubicBezTo>
                  <a:pt x="247" y="75"/>
                  <a:pt x="247" y="75"/>
                  <a:pt x="247" y="75"/>
                </a:cubicBezTo>
                <a:cubicBezTo>
                  <a:pt x="219" y="75"/>
                  <a:pt x="197" y="83"/>
                  <a:pt x="181" y="98"/>
                </a:cubicBezTo>
                <a:cubicBezTo>
                  <a:pt x="176" y="103"/>
                  <a:pt x="172" y="108"/>
                  <a:pt x="169" y="114"/>
                </a:cubicBezTo>
                <a:cubicBezTo>
                  <a:pt x="166" y="108"/>
                  <a:pt x="162" y="103"/>
                  <a:pt x="157" y="98"/>
                </a:cubicBezTo>
                <a:cubicBezTo>
                  <a:pt x="141" y="83"/>
                  <a:pt x="120" y="75"/>
                  <a:pt x="92" y="75"/>
                </a:cubicBezTo>
                <a:cubicBezTo>
                  <a:pt x="90" y="75"/>
                  <a:pt x="90" y="75"/>
                  <a:pt x="90" y="75"/>
                </a:cubicBezTo>
                <a:cubicBezTo>
                  <a:pt x="62" y="75"/>
                  <a:pt x="40" y="83"/>
                  <a:pt x="24" y="98"/>
                </a:cubicBezTo>
                <a:cubicBezTo>
                  <a:pt x="8" y="114"/>
                  <a:pt x="0" y="136"/>
                  <a:pt x="0" y="164"/>
                </a:cubicBezTo>
                <a:cubicBezTo>
                  <a:pt x="0" y="335"/>
                  <a:pt x="0" y="335"/>
                  <a:pt x="0" y="335"/>
                </a:cubicBezTo>
                <a:cubicBezTo>
                  <a:pt x="25" y="335"/>
                  <a:pt x="25" y="335"/>
                  <a:pt x="25" y="335"/>
                </a:cubicBezTo>
                <a:cubicBezTo>
                  <a:pt x="25" y="164"/>
                  <a:pt x="25" y="164"/>
                  <a:pt x="25" y="164"/>
                </a:cubicBezTo>
                <a:cubicBezTo>
                  <a:pt x="25" y="156"/>
                  <a:pt x="26" y="149"/>
                  <a:pt x="27" y="141"/>
                </a:cubicBezTo>
                <a:cubicBezTo>
                  <a:pt x="29" y="134"/>
                  <a:pt x="33" y="127"/>
                  <a:pt x="37" y="121"/>
                </a:cubicBezTo>
                <a:cubicBezTo>
                  <a:pt x="42" y="115"/>
                  <a:pt x="49" y="110"/>
                  <a:pt x="57" y="106"/>
                </a:cubicBezTo>
                <a:cubicBezTo>
                  <a:pt x="65" y="102"/>
                  <a:pt x="76" y="100"/>
                  <a:pt x="89" y="100"/>
                </a:cubicBezTo>
                <a:cubicBezTo>
                  <a:pt x="89" y="100"/>
                  <a:pt x="90" y="100"/>
                  <a:pt x="91" y="100"/>
                </a:cubicBezTo>
                <a:cubicBezTo>
                  <a:pt x="104" y="100"/>
                  <a:pt x="115" y="102"/>
                  <a:pt x="124" y="106"/>
                </a:cubicBezTo>
                <a:cubicBezTo>
                  <a:pt x="132" y="110"/>
                  <a:pt x="139" y="115"/>
                  <a:pt x="143" y="121"/>
                </a:cubicBezTo>
                <a:cubicBezTo>
                  <a:pt x="148" y="127"/>
                  <a:pt x="151" y="133"/>
                  <a:pt x="153" y="141"/>
                </a:cubicBezTo>
                <a:cubicBezTo>
                  <a:pt x="155" y="149"/>
                  <a:pt x="156" y="157"/>
                  <a:pt x="156" y="164"/>
                </a:cubicBezTo>
                <a:cubicBezTo>
                  <a:pt x="156" y="335"/>
                  <a:pt x="156" y="335"/>
                  <a:pt x="156" y="335"/>
                </a:cubicBezTo>
                <a:cubicBezTo>
                  <a:pt x="182" y="335"/>
                  <a:pt x="182" y="335"/>
                  <a:pt x="182" y="335"/>
                </a:cubicBezTo>
                <a:cubicBezTo>
                  <a:pt x="182" y="164"/>
                  <a:pt x="182" y="164"/>
                  <a:pt x="182" y="164"/>
                </a:cubicBezTo>
                <a:cubicBezTo>
                  <a:pt x="182" y="157"/>
                  <a:pt x="183" y="149"/>
                  <a:pt x="185" y="141"/>
                </a:cubicBezTo>
                <a:cubicBezTo>
                  <a:pt x="186" y="134"/>
                  <a:pt x="190" y="127"/>
                  <a:pt x="194" y="121"/>
                </a:cubicBezTo>
                <a:cubicBezTo>
                  <a:pt x="199" y="115"/>
                  <a:pt x="206" y="110"/>
                  <a:pt x="214" y="106"/>
                </a:cubicBezTo>
                <a:cubicBezTo>
                  <a:pt x="222" y="102"/>
                  <a:pt x="233" y="100"/>
                  <a:pt x="246" y="100"/>
                </a:cubicBezTo>
                <a:cubicBezTo>
                  <a:pt x="247" y="100"/>
                  <a:pt x="247" y="100"/>
                  <a:pt x="248" y="100"/>
                </a:cubicBezTo>
                <a:cubicBezTo>
                  <a:pt x="262" y="100"/>
                  <a:pt x="273" y="102"/>
                  <a:pt x="281" y="106"/>
                </a:cubicBezTo>
                <a:cubicBezTo>
                  <a:pt x="289" y="110"/>
                  <a:pt x="296" y="115"/>
                  <a:pt x="301" y="121"/>
                </a:cubicBezTo>
                <a:cubicBezTo>
                  <a:pt x="305" y="127"/>
                  <a:pt x="309" y="134"/>
                  <a:pt x="311" y="141"/>
                </a:cubicBezTo>
                <a:cubicBezTo>
                  <a:pt x="312" y="149"/>
                  <a:pt x="313" y="157"/>
                  <a:pt x="313" y="164"/>
                </a:cubicBezTo>
                <a:cubicBezTo>
                  <a:pt x="313" y="335"/>
                  <a:pt x="313" y="335"/>
                  <a:pt x="313" y="335"/>
                </a:cubicBezTo>
                <a:cubicBezTo>
                  <a:pt x="338" y="335"/>
                  <a:pt x="338" y="335"/>
                  <a:pt x="338" y="335"/>
                </a:cubicBezTo>
                <a:cubicBezTo>
                  <a:pt x="338" y="164"/>
                  <a:pt x="338" y="164"/>
                  <a:pt x="338" y="164"/>
                </a:cubicBezTo>
                <a:cubicBezTo>
                  <a:pt x="338" y="136"/>
                  <a:pt x="330" y="114"/>
                  <a:pt x="314" y="98"/>
                </a:cubicBezTo>
                <a:cubicBezTo>
                  <a:pt x="298" y="83"/>
                  <a:pt x="276" y="75"/>
                  <a:pt x="248" y="75"/>
                </a:cubicBezTo>
                <a:close/>
                <a:moveTo>
                  <a:pt x="1522" y="334"/>
                </a:moveTo>
                <a:cubicBezTo>
                  <a:pt x="1523" y="334"/>
                  <a:pt x="1523" y="334"/>
                  <a:pt x="1524" y="334"/>
                </a:cubicBezTo>
                <a:cubicBezTo>
                  <a:pt x="1524" y="311"/>
                  <a:pt x="1524" y="311"/>
                  <a:pt x="1524" y="311"/>
                </a:cubicBezTo>
                <a:cubicBezTo>
                  <a:pt x="1523" y="311"/>
                  <a:pt x="1523" y="311"/>
                  <a:pt x="1522" y="311"/>
                </a:cubicBezTo>
                <a:cubicBezTo>
                  <a:pt x="1472" y="311"/>
                  <a:pt x="1472" y="311"/>
                  <a:pt x="1472" y="311"/>
                </a:cubicBezTo>
                <a:cubicBezTo>
                  <a:pt x="1472" y="78"/>
                  <a:pt x="1472" y="78"/>
                  <a:pt x="1472" y="78"/>
                </a:cubicBezTo>
                <a:cubicBezTo>
                  <a:pt x="1381" y="78"/>
                  <a:pt x="1381" y="78"/>
                  <a:pt x="1381" y="78"/>
                </a:cubicBezTo>
                <a:cubicBezTo>
                  <a:pt x="1380" y="78"/>
                  <a:pt x="1380" y="78"/>
                  <a:pt x="1380" y="78"/>
                </a:cubicBezTo>
                <a:cubicBezTo>
                  <a:pt x="1380" y="101"/>
                  <a:pt x="1380" y="101"/>
                  <a:pt x="1380" y="101"/>
                </a:cubicBezTo>
                <a:cubicBezTo>
                  <a:pt x="1380" y="101"/>
                  <a:pt x="1380" y="101"/>
                  <a:pt x="1381" y="101"/>
                </a:cubicBezTo>
                <a:cubicBezTo>
                  <a:pt x="1447" y="101"/>
                  <a:pt x="1447" y="101"/>
                  <a:pt x="1447" y="101"/>
                </a:cubicBezTo>
                <a:cubicBezTo>
                  <a:pt x="1447" y="311"/>
                  <a:pt x="1447" y="311"/>
                  <a:pt x="1447" y="311"/>
                </a:cubicBezTo>
                <a:cubicBezTo>
                  <a:pt x="1381" y="311"/>
                  <a:pt x="1381" y="311"/>
                  <a:pt x="1381" y="311"/>
                </a:cubicBezTo>
                <a:cubicBezTo>
                  <a:pt x="1380" y="311"/>
                  <a:pt x="1380" y="311"/>
                  <a:pt x="1380" y="311"/>
                </a:cubicBezTo>
                <a:cubicBezTo>
                  <a:pt x="1380" y="334"/>
                  <a:pt x="1380" y="334"/>
                  <a:pt x="1380" y="334"/>
                </a:cubicBezTo>
                <a:cubicBezTo>
                  <a:pt x="1380" y="334"/>
                  <a:pt x="1380" y="334"/>
                  <a:pt x="1381" y="334"/>
                </a:cubicBezTo>
                <a:lnTo>
                  <a:pt x="1522" y="334"/>
                </a:lnTo>
                <a:close/>
                <a:moveTo>
                  <a:pt x="507" y="78"/>
                </a:moveTo>
                <a:cubicBezTo>
                  <a:pt x="415" y="78"/>
                  <a:pt x="415" y="78"/>
                  <a:pt x="415" y="78"/>
                </a:cubicBezTo>
                <a:cubicBezTo>
                  <a:pt x="414" y="78"/>
                  <a:pt x="413" y="78"/>
                  <a:pt x="412" y="79"/>
                </a:cubicBezTo>
                <a:cubicBezTo>
                  <a:pt x="412" y="101"/>
                  <a:pt x="412" y="101"/>
                  <a:pt x="412" y="101"/>
                </a:cubicBezTo>
                <a:cubicBezTo>
                  <a:pt x="413" y="101"/>
                  <a:pt x="414" y="101"/>
                  <a:pt x="415" y="101"/>
                </a:cubicBezTo>
                <a:cubicBezTo>
                  <a:pt x="482" y="101"/>
                  <a:pt x="482" y="101"/>
                  <a:pt x="482" y="101"/>
                </a:cubicBezTo>
                <a:cubicBezTo>
                  <a:pt x="482" y="311"/>
                  <a:pt x="482" y="311"/>
                  <a:pt x="482" y="311"/>
                </a:cubicBezTo>
                <a:cubicBezTo>
                  <a:pt x="412" y="311"/>
                  <a:pt x="412" y="311"/>
                  <a:pt x="412" y="311"/>
                </a:cubicBezTo>
                <a:cubicBezTo>
                  <a:pt x="412" y="334"/>
                  <a:pt x="412" y="334"/>
                  <a:pt x="412" y="334"/>
                </a:cubicBezTo>
                <a:cubicBezTo>
                  <a:pt x="413" y="334"/>
                  <a:pt x="556" y="334"/>
                  <a:pt x="556" y="334"/>
                </a:cubicBezTo>
                <a:cubicBezTo>
                  <a:pt x="556" y="311"/>
                  <a:pt x="556" y="311"/>
                  <a:pt x="556" y="311"/>
                </a:cubicBezTo>
                <a:cubicBezTo>
                  <a:pt x="507" y="311"/>
                  <a:pt x="507" y="311"/>
                  <a:pt x="507" y="311"/>
                </a:cubicBezTo>
                <a:lnTo>
                  <a:pt x="507" y="78"/>
                </a:lnTo>
                <a:close/>
                <a:moveTo>
                  <a:pt x="1297" y="126"/>
                </a:moveTo>
                <a:cubicBezTo>
                  <a:pt x="1301" y="137"/>
                  <a:pt x="1303" y="149"/>
                  <a:pt x="1303" y="162"/>
                </a:cubicBezTo>
                <a:cubicBezTo>
                  <a:pt x="1303" y="334"/>
                  <a:pt x="1303" y="334"/>
                  <a:pt x="1303" y="334"/>
                </a:cubicBezTo>
                <a:cubicBezTo>
                  <a:pt x="1288" y="334"/>
                  <a:pt x="1288" y="334"/>
                  <a:pt x="1288" y="334"/>
                </a:cubicBezTo>
                <a:cubicBezTo>
                  <a:pt x="1280" y="314"/>
                  <a:pt x="1280" y="314"/>
                  <a:pt x="1280" y="314"/>
                </a:cubicBezTo>
                <a:cubicBezTo>
                  <a:pt x="1280" y="315"/>
                  <a:pt x="1280" y="315"/>
                  <a:pt x="1280" y="315"/>
                </a:cubicBezTo>
                <a:cubicBezTo>
                  <a:pt x="1280" y="313"/>
                  <a:pt x="1280" y="313"/>
                  <a:pt x="1280" y="313"/>
                </a:cubicBezTo>
                <a:cubicBezTo>
                  <a:pt x="1280" y="314"/>
                  <a:pt x="1279" y="314"/>
                  <a:pt x="1279" y="314"/>
                </a:cubicBezTo>
                <a:cubicBezTo>
                  <a:pt x="1263" y="329"/>
                  <a:pt x="1241" y="337"/>
                  <a:pt x="1214" y="337"/>
                </a:cubicBezTo>
                <a:cubicBezTo>
                  <a:pt x="1186" y="337"/>
                  <a:pt x="1164" y="329"/>
                  <a:pt x="1148" y="314"/>
                </a:cubicBezTo>
                <a:cubicBezTo>
                  <a:pt x="1132" y="299"/>
                  <a:pt x="1124" y="277"/>
                  <a:pt x="1124" y="249"/>
                </a:cubicBezTo>
                <a:cubicBezTo>
                  <a:pt x="1124" y="162"/>
                  <a:pt x="1124" y="162"/>
                  <a:pt x="1124" y="162"/>
                </a:cubicBezTo>
                <a:cubicBezTo>
                  <a:pt x="1124" y="149"/>
                  <a:pt x="1126" y="137"/>
                  <a:pt x="1130" y="126"/>
                </a:cubicBezTo>
                <a:cubicBezTo>
                  <a:pt x="1135" y="116"/>
                  <a:pt x="1141" y="106"/>
                  <a:pt x="1148" y="99"/>
                </a:cubicBezTo>
                <a:cubicBezTo>
                  <a:pt x="1156" y="91"/>
                  <a:pt x="1165" y="85"/>
                  <a:pt x="1177" y="81"/>
                </a:cubicBezTo>
                <a:cubicBezTo>
                  <a:pt x="1199" y="73"/>
                  <a:pt x="1228" y="73"/>
                  <a:pt x="1250" y="81"/>
                </a:cubicBezTo>
                <a:cubicBezTo>
                  <a:pt x="1262" y="85"/>
                  <a:pt x="1271" y="91"/>
                  <a:pt x="1279" y="99"/>
                </a:cubicBezTo>
                <a:cubicBezTo>
                  <a:pt x="1286" y="106"/>
                  <a:pt x="1293" y="116"/>
                  <a:pt x="1297" y="126"/>
                </a:cubicBezTo>
                <a:close/>
                <a:moveTo>
                  <a:pt x="1278" y="162"/>
                </a:moveTo>
                <a:cubicBezTo>
                  <a:pt x="1278" y="143"/>
                  <a:pt x="1272" y="127"/>
                  <a:pt x="1261" y="116"/>
                </a:cubicBezTo>
                <a:cubicBezTo>
                  <a:pt x="1250" y="105"/>
                  <a:pt x="1234" y="100"/>
                  <a:pt x="1214" y="100"/>
                </a:cubicBezTo>
                <a:cubicBezTo>
                  <a:pt x="1193" y="100"/>
                  <a:pt x="1177" y="105"/>
                  <a:pt x="1166" y="116"/>
                </a:cubicBezTo>
                <a:cubicBezTo>
                  <a:pt x="1155" y="127"/>
                  <a:pt x="1149" y="142"/>
                  <a:pt x="1149" y="162"/>
                </a:cubicBezTo>
                <a:cubicBezTo>
                  <a:pt x="1149" y="249"/>
                  <a:pt x="1149" y="249"/>
                  <a:pt x="1149" y="249"/>
                </a:cubicBezTo>
                <a:cubicBezTo>
                  <a:pt x="1149" y="256"/>
                  <a:pt x="1150" y="263"/>
                  <a:pt x="1152" y="271"/>
                </a:cubicBezTo>
                <a:cubicBezTo>
                  <a:pt x="1154" y="278"/>
                  <a:pt x="1157" y="285"/>
                  <a:pt x="1162" y="291"/>
                </a:cubicBezTo>
                <a:cubicBezTo>
                  <a:pt x="1166" y="297"/>
                  <a:pt x="1173" y="302"/>
                  <a:pt x="1181" y="306"/>
                </a:cubicBezTo>
                <a:cubicBezTo>
                  <a:pt x="1189" y="310"/>
                  <a:pt x="1200" y="312"/>
                  <a:pt x="1214" y="312"/>
                </a:cubicBezTo>
                <a:cubicBezTo>
                  <a:pt x="1227" y="312"/>
                  <a:pt x="1238" y="310"/>
                  <a:pt x="1246" y="306"/>
                </a:cubicBezTo>
                <a:cubicBezTo>
                  <a:pt x="1255" y="302"/>
                  <a:pt x="1261" y="297"/>
                  <a:pt x="1266" y="291"/>
                </a:cubicBezTo>
                <a:cubicBezTo>
                  <a:pt x="1270" y="285"/>
                  <a:pt x="1273" y="278"/>
                  <a:pt x="1275" y="271"/>
                </a:cubicBezTo>
                <a:cubicBezTo>
                  <a:pt x="1277" y="263"/>
                  <a:pt x="1278" y="256"/>
                  <a:pt x="1278" y="249"/>
                </a:cubicBezTo>
                <a:lnTo>
                  <a:pt x="1278" y="162"/>
                </a:lnTo>
                <a:close/>
              </a:path>
            </a:pathLst>
          </a:custGeom>
          <a:solidFill>
            <a:srgbClr val="1A3B47"/>
          </a:solidFill>
          <a:ln>
            <a:noFill/>
          </a:ln>
        </p:spPr>
        <p:txBody>
          <a:bodyPr vert="horz" wrap="square" lIns="121857" tIns="60928" rIns="121857" bIns="60928" numCol="1" anchor="t" anchorCtr="0" compatLnSpc="1">
            <a:prstTxWarp prst="textNoShape">
              <a:avLst/>
            </a:prstTxWarp>
          </a:bodyPr>
          <a:lstStyle/>
          <a:p>
            <a:endParaRPr lang="es-ES" sz="2397"/>
          </a:p>
        </p:txBody>
      </p:sp>
      <p:sp>
        <p:nvSpPr>
          <p:cNvPr id="13" name="Slide Number Placeholder 5">
            <a:extLst>
              <a:ext uri="{FF2B5EF4-FFF2-40B4-BE49-F238E27FC236}">
                <a16:creationId xmlns:a16="http://schemas.microsoft.com/office/drawing/2014/main" id="{010F3A02-B7CA-9E42-855B-3F51A0093AEE}"/>
              </a:ext>
            </a:extLst>
          </p:cNvPr>
          <p:cNvSpPr txBox="1">
            <a:spLocks/>
          </p:cNvSpPr>
          <p:nvPr userDrawn="1"/>
        </p:nvSpPr>
        <p:spPr>
          <a:xfrm>
            <a:off x="11472598" y="6501346"/>
            <a:ext cx="382853" cy="323687"/>
          </a:xfrm>
          <a:prstGeom prst="rect">
            <a:avLst/>
          </a:prstGeom>
        </p:spPr>
        <p:txBody>
          <a:bodyPr vert="horz" lIns="0" tIns="0" rIns="0" bIns="0" rtlCol="0" anchor="ctr"/>
          <a:lstStyle>
            <a:defPPr>
              <a:defRPr lang="es-ES"/>
            </a:defPPr>
            <a:lvl1pPr marL="0" algn="l" defTabSz="685800" rtl="0" eaLnBrk="1" latinLnBrk="0" hangingPunct="1">
              <a:defRPr sz="800" kern="1200">
                <a:solidFill>
                  <a:schemeClr val="bg1"/>
                </a:solidFill>
                <a:latin typeface="Soho Gothic Pro" panose="020B0503030504020204" pitchFamily="34" charset="77"/>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A5078871-D93F-4D40-B540-DC74CFDF655C}" type="slidenum">
              <a:rPr lang="es-ES" sz="1066" smtClean="0">
                <a:solidFill>
                  <a:schemeClr val="bg1"/>
                </a:solidFill>
              </a:rPr>
              <a:pPr algn="r"/>
              <a:t>‹Nº›</a:t>
            </a:fld>
            <a:endParaRPr lang="es-ES" sz="1066" dirty="0">
              <a:solidFill>
                <a:schemeClr val="bg1"/>
              </a:solidFill>
            </a:endParaRPr>
          </a:p>
        </p:txBody>
      </p:sp>
    </p:spTree>
    <p:extLst>
      <p:ext uri="{BB962C8B-B14F-4D97-AF65-F5344CB8AC3E}">
        <p14:creationId xmlns:p14="http://schemas.microsoft.com/office/powerpoint/2010/main" val="32902422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parata Principal">
    <p:spTree>
      <p:nvGrpSpPr>
        <p:cNvPr id="1" name=""/>
        <p:cNvGrpSpPr/>
        <p:nvPr/>
      </p:nvGrpSpPr>
      <p:grpSpPr>
        <a:xfrm>
          <a:off x="0" y="0"/>
          <a:ext cx="0" cy="0"/>
          <a:chOff x="0" y="0"/>
          <a:chExt cx="0" cy="0"/>
        </a:xfrm>
      </p:grpSpPr>
      <p:sp>
        <p:nvSpPr>
          <p:cNvPr id="17" name="Text Placeholder 15">
            <a:extLst>
              <a:ext uri="{FF2B5EF4-FFF2-40B4-BE49-F238E27FC236}">
                <a16:creationId xmlns:a16="http://schemas.microsoft.com/office/drawing/2014/main" id="{5AC589BE-C7ED-FFDF-45BE-6D021BB1F209}"/>
              </a:ext>
            </a:extLst>
          </p:cNvPr>
          <p:cNvSpPr>
            <a:spLocks noGrp="1"/>
          </p:cNvSpPr>
          <p:nvPr>
            <p:ph type="body" sz="quarter" idx="10" hasCustomPrompt="1"/>
          </p:nvPr>
        </p:nvSpPr>
        <p:spPr>
          <a:xfrm>
            <a:off x="9675710" y="196743"/>
            <a:ext cx="2377147" cy="1706562"/>
          </a:xfrm>
          <a:prstGeom prst="rect">
            <a:avLst/>
          </a:prstGeom>
        </p:spPr>
        <p:txBody>
          <a:bodyPr lIns="0" tIns="0" rIns="0" bIns="0">
            <a:noAutofit/>
          </a:bodyPr>
          <a:lstStyle>
            <a:lvl1pPr marL="0" indent="0">
              <a:buFontTx/>
              <a:buNone/>
              <a:defRPr sz="14200">
                <a:solidFill>
                  <a:schemeClr val="accent1"/>
                </a:solidFill>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00</a:t>
            </a:r>
          </a:p>
        </p:txBody>
      </p:sp>
      <p:cxnSp>
        <p:nvCxnSpPr>
          <p:cNvPr id="14"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9536567" y="0"/>
            <a:ext cx="0" cy="6040607"/>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19" name="Text Placeholder 8">
            <a:extLst>
              <a:ext uri="{FF2B5EF4-FFF2-40B4-BE49-F238E27FC236}">
                <a16:creationId xmlns:a16="http://schemas.microsoft.com/office/drawing/2014/main" id="{8671407D-3B9B-FF8A-37EA-30EE0C518BD2}"/>
              </a:ext>
            </a:extLst>
          </p:cNvPr>
          <p:cNvSpPr>
            <a:spLocks noGrp="1"/>
          </p:cNvSpPr>
          <p:nvPr>
            <p:ph type="body" sz="quarter" idx="11" hasCustomPrompt="1"/>
          </p:nvPr>
        </p:nvSpPr>
        <p:spPr>
          <a:xfrm>
            <a:off x="335360" y="368300"/>
            <a:ext cx="8678517" cy="1439713"/>
          </a:xfrm>
          <a:prstGeom prst="rect">
            <a:avLst/>
          </a:prstGeom>
        </p:spPr>
        <p:txBody>
          <a:bodyPr lIns="0" tIns="0" rIns="0" bIns="0">
            <a:noAutofit/>
          </a:bodyPr>
          <a:lstStyle>
            <a:lvl1pPr marL="0" indent="0">
              <a:lnSpc>
                <a:spcPct val="90000"/>
              </a:lnSpc>
              <a:spcBef>
                <a:spcPts val="0"/>
              </a:spcBef>
              <a:buNone/>
              <a:defRPr sz="4800">
                <a:solidFill>
                  <a:schemeClr val="tx1"/>
                </a:solidFill>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Título de separata principal</a:t>
            </a:r>
          </a:p>
        </p:txBody>
      </p:sp>
      <p:sp>
        <p:nvSpPr>
          <p:cNvPr id="22" name="Text Placeholder 8">
            <a:extLst>
              <a:ext uri="{FF2B5EF4-FFF2-40B4-BE49-F238E27FC236}">
                <a16:creationId xmlns:a16="http://schemas.microsoft.com/office/drawing/2014/main" id="{8C8A5741-4FF6-86D0-90BB-0EC0EAEF3C95}"/>
              </a:ext>
            </a:extLst>
          </p:cNvPr>
          <p:cNvSpPr>
            <a:spLocks noGrp="1"/>
          </p:cNvSpPr>
          <p:nvPr>
            <p:ph type="body" sz="quarter" idx="12" hasCustomPrompt="1"/>
          </p:nvPr>
        </p:nvSpPr>
        <p:spPr>
          <a:xfrm>
            <a:off x="335360" y="1844824"/>
            <a:ext cx="8678517" cy="515109"/>
          </a:xfrm>
          <a:prstGeom prst="rect">
            <a:avLst/>
          </a:prstGeom>
        </p:spPr>
        <p:txBody>
          <a:bodyPr lIns="7200" tIns="7200" rIns="0" bIns="0">
            <a:noAutofit/>
          </a:bodyPr>
          <a:lstStyle>
            <a:lvl1pPr marL="0" indent="0">
              <a:buNone/>
              <a:defRPr sz="1800">
                <a:solidFill>
                  <a:schemeClr val="tx1"/>
                </a:solidFill>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Subtítulo de separata principal</a:t>
            </a:r>
          </a:p>
        </p:txBody>
      </p:sp>
      <p:grpSp>
        <p:nvGrpSpPr>
          <p:cNvPr id="2" name="Group 4">
            <a:extLst>
              <a:ext uri="{FF2B5EF4-FFF2-40B4-BE49-F238E27FC236}">
                <a16:creationId xmlns:a16="http://schemas.microsoft.com/office/drawing/2014/main" id="{1CDFAF28-3BE3-EF12-BFFA-0C292B7FDA35}"/>
              </a:ext>
            </a:extLst>
          </p:cNvPr>
          <p:cNvGrpSpPr>
            <a:grpSpLocks noChangeAspect="1"/>
          </p:cNvGrpSpPr>
          <p:nvPr userDrawn="1"/>
        </p:nvGrpSpPr>
        <p:grpSpPr bwMode="auto">
          <a:xfrm>
            <a:off x="9950892" y="6307630"/>
            <a:ext cx="1905748" cy="181586"/>
            <a:chOff x="680" y="1856"/>
            <a:chExt cx="6318" cy="602"/>
          </a:xfrm>
          <a:solidFill>
            <a:srgbClr val="FFFFFF"/>
          </a:solidFill>
        </p:grpSpPr>
        <p:sp>
          <p:nvSpPr>
            <p:cNvPr id="3" name="Freeform 6">
              <a:extLst>
                <a:ext uri="{FF2B5EF4-FFF2-40B4-BE49-F238E27FC236}">
                  <a16:creationId xmlns:a16="http://schemas.microsoft.com/office/drawing/2014/main" id="{0EC02127-9AC3-A7BA-DB8C-D1274E12B91A}"/>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4" name="Freeform 7">
              <a:extLst>
                <a:ext uri="{FF2B5EF4-FFF2-40B4-BE49-F238E27FC236}">
                  <a16:creationId xmlns:a16="http://schemas.microsoft.com/office/drawing/2014/main" id="{05BFE8A2-ACDF-E117-B810-929FD09A3D39}"/>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 name="Freeform 8">
              <a:extLst>
                <a:ext uri="{FF2B5EF4-FFF2-40B4-BE49-F238E27FC236}">
                  <a16:creationId xmlns:a16="http://schemas.microsoft.com/office/drawing/2014/main" id="{8808699D-C225-09BB-32CB-45775BF5EC37}"/>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323321219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tags" Target="../tags/tag1.xml"/><Relationship Id="rId4" Type="http://schemas.openxmlformats.org/officeDocument/2006/relationships/oleObject" Target="../embeddings/oleObject1.bin"/><Relationship Id="rId5"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theme" Target="../theme/theme2.xml"/><Relationship Id="rId15" Type="http://schemas.openxmlformats.org/officeDocument/2006/relationships/tags" Target="../tags/tag4.xml"/><Relationship Id="rId16" Type="http://schemas.openxmlformats.org/officeDocument/2006/relationships/oleObject" Target="../embeddings/oleObject3.bin"/><Relationship Id="rId17" Type="http://schemas.openxmlformats.org/officeDocument/2006/relationships/image" Target="../media/image4.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3"/>
            </p:custDataLst>
            <p:extLst>
              <p:ext uri="{D42A27DB-BD31-4B8C-83A1-F6EECF244321}">
                <p14:modId xmlns:p14="http://schemas.microsoft.com/office/powerpoint/2010/main" val="35797035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21" imgH="423" progId="TCLayout.ActiveDocument.1">
                  <p:embed/>
                </p:oleObj>
              </mc:Choice>
              <mc:Fallback>
                <p:oleObj name="Diapositiva de think-cell" r:id="rId4" imgW="421" imgH="423" progId="TCLayout.ActiveDocument.1">
                  <p:embed/>
                  <p:pic>
                    <p:nvPicPr>
                      <p:cNvPr id="3" name="Objeto 2" hidden="1"/>
                      <p:cNvPicPr/>
                      <p:nvPr/>
                    </p:nvPicPr>
                    <p:blipFill>
                      <a:blip r:embed="rId5"/>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446672045"/>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913897" rtl="0" eaLnBrk="1" latinLnBrk="0" hangingPunct="1">
        <a:lnSpc>
          <a:spcPct val="90000"/>
        </a:lnSpc>
        <a:spcBef>
          <a:spcPct val="0"/>
        </a:spcBef>
        <a:buNone/>
        <a:defRPr sz="4664" kern="1200">
          <a:solidFill>
            <a:schemeClr val="tx1"/>
          </a:solidFill>
          <a:latin typeface="Playfair Display" pitchFamily="2" charset="77"/>
          <a:ea typeface="+mj-ea"/>
          <a:cs typeface="+mj-cs"/>
        </a:defRPr>
      </a:lvl1pPr>
    </p:titleStyle>
    <p:bodyStyle>
      <a:lvl1pPr marL="228474" indent="-228474" algn="l" defTabSz="913897" rtl="0" eaLnBrk="1" latinLnBrk="0" hangingPunct="1">
        <a:lnSpc>
          <a:spcPct val="90000"/>
        </a:lnSpc>
        <a:spcBef>
          <a:spcPts val="999"/>
        </a:spcBef>
        <a:buFont typeface="Arial" panose="020B0604020202020204" pitchFamily="34" charset="0"/>
        <a:buChar char="•"/>
        <a:defRPr sz="1999" b="0" i="0" kern="1200">
          <a:solidFill>
            <a:schemeClr val="tx1"/>
          </a:solidFill>
          <a:latin typeface="Soho Gothic Pro Light" panose="020B0303030504020204" pitchFamily="34" charset="77"/>
          <a:ea typeface="+mn-ea"/>
          <a:cs typeface="+mn-cs"/>
        </a:defRPr>
      </a:lvl1pPr>
      <a:lvl2pPr marL="685423" indent="-228474" algn="l" defTabSz="913897"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371" indent="-228474" algn="l" defTabSz="913897"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320" indent="-228474" algn="l" defTabSz="91389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268" indent="-228474" algn="l" defTabSz="91389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217" indent="-228474" algn="l" defTabSz="91389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166" indent="-228474" algn="l" defTabSz="91389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114" indent="-228474" algn="l" defTabSz="91389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063" indent="-228474" algn="l" defTabSz="91389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3897" rtl="0" eaLnBrk="1" latinLnBrk="0" hangingPunct="1">
        <a:defRPr sz="1799" kern="1200">
          <a:solidFill>
            <a:schemeClr val="tx1"/>
          </a:solidFill>
          <a:latin typeface="+mn-lt"/>
          <a:ea typeface="+mn-ea"/>
          <a:cs typeface="+mn-cs"/>
        </a:defRPr>
      </a:lvl1pPr>
      <a:lvl2pPr marL="456949" algn="l" defTabSz="913897" rtl="0" eaLnBrk="1" latinLnBrk="0" hangingPunct="1">
        <a:defRPr sz="1799" kern="1200">
          <a:solidFill>
            <a:schemeClr val="tx1"/>
          </a:solidFill>
          <a:latin typeface="+mn-lt"/>
          <a:ea typeface="+mn-ea"/>
          <a:cs typeface="+mn-cs"/>
        </a:defRPr>
      </a:lvl2pPr>
      <a:lvl3pPr marL="913897" algn="l" defTabSz="913897" rtl="0" eaLnBrk="1" latinLnBrk="0" hangingPunct="1">
        <a:defRPr sz="1799" kern="1200">
          <a:solidFill>
            <a:schemeClr val="tx1"/>
          </a:solidFill>
          <a:latin typeface="+mn-lt"/>
          <a:ea typeface="+mn-ea"/>
          <a:cs typeface="+mn-cs"/>
        </a:defRPr>
      </a:lvl3pPr>
      <a:lvl4pPr marL="1370846" algn="l" defTabSz="913897" rtl="0" eaLnBrk="1" latinLnBrk="0" hangingPunct="1">
        <a:defRPr sz="1799" kern="1200">
          <a:solidFill>
            <a:schemeClr val="tx1"/>
          </a:solidFill>
          <a:latin typeface="+mn-lt"/>
          <a:ea typeface="+mn-ea"/>
          <a:cs typeface="+mn-cs"/>
        </a:defRPr>
      </a:lvl4pPr>
      <a:lvl5pPr marL="1827794" algn="l" defTabSz="913897" rtl="0" eaLnBrk="1" latinLnBrk="0" hangingPunct="1">
        <a:defRPr sz="1799" kern="1200">
          <a:solidFill>
            <a:schemeClr val="tx1"/>
          </a:solidFill>
          <a:latin typeface="+mn-lt"/>
          <a:ea typeface="+mn-ea"/>
          <a:cs typeface="+mn-cs"/>
        </a:defRPr>
      </a:lvl5pPr>
      <a:lvl6pPr marL="2284743" algn="l" defTabSz="913897" rtl="0" eaLnBrk="1" latinLnBrk="0" hangingPunct="1">
        <a:defRPr sz="1799" kern="1200">
          <a:solidFill>
            <a:schemeClr val="tx1"/>
          </a:solidFill>
          <a:latin typeface="+mn-lt"/>
          <a:ea typeface="+mn-ea"/>
          <a:cs typeface="+mn-cs"/>
        </a:defRPr>
      </a:lvl6pPr>
      <a:lvl7pPr marL="2741691" algn="l" defTabSz="913897" rtl="0" eaLnBrk="1" latinLnBrk="0" hangingPunct="1">
        <a:defRPr sz="1799" kern="1200">
          <a:solidFill>
            <a:schemeClr val="tx1"/>
          </a:solidFill>
          <a:latin typeface="+mn-lt"/>
          <a:ea typeface="+mn-ea"/>
          <a:cs typeface="+mn-cs"/>
        </a:defRPr>
      </a:lvl7pPr>
      <a:lvl8pPr marL="3198640" algn="l" defTabSz="913897" rtl="0" eaLnBrk="1" latinLnBrk="0" hangingPunct="1">
        <a:defRPr sz="1799" kern="1200">
          <a:solidFill>
            <a:schemeClr val="tx1"/>
          </a:solidFill>
          <a:latin typeface="+mn-lt"/>
          <a:ea typeface="+mn-ea"/>
          <a:cs typeface="+mn-cs"/>
        </a:defRPr>
      </a:lvl8pPr>
      <a:lvl9pPr marL="3655588" algn="l" defTabSz="913897"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5">
          <p15:clr>
            <a:srgbClr val="F26B43"/>
          </p15:clr>
        </p15:guide>
        <p15:guide id="2" orient="horz" pos="4035">
          <p15:clr>
            <a:srgbClr val="F26B43"/>
          </p15:clr>
        </p15:guide>
        <p15:guide id="3" pos="3840">
          <p15:clr>
            <a:srgbClr val="F26B43"/>
          </p15:clr>
        </p15:guide>
        <p15:guide id="4" pos="7468">
          <p15:clr>
            <a:srgbClr val="F26B43"/>
          </p15:clr>
        </p15:guide>
        <p15:guide id="5" pos="212">
          <p15:clr>
            <a:srgbClr val="F26B43"/>
          </p15:clr>
        </p15:guide>
        <p15:guide id="6" orient="horz" pos="769">
          <p15:clr>
            <a:srgbClr val="F26B43"/>
          </p15:clr>
        </p15:guide>
        <p15:guide id="7" orient="horz" pos="36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D09E399-3561-B977-D5DC-7AD154CF90EB}"/>
              </a:ext>
            </a:extLst>
          </p:cNvPr>
          <p:cNvGraphicFramePr>
            <a:graphicFrameLocks noChangeAspect="1"/>
          </p:cNvGraphicFramePr>
          <p:nvPr userDrawn="1">
            <p:custDataLst>
              <p:tags r:id="rId1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6" imgW="306" imgH="306" progId="TCLayout.ActiveDocument.1">
                  <p:embed/>
                </p:oleObj>
              </mc:Choice>
              <mc:Fallback>
                <p:oleObj name="Diapositiva de think-cell" r:id="rId16" imgW="306" imgH="306" progId="TCLayout.ActiveDocument.1">
                  <p:embed/>
                  <p:pic>
                    <p:nvPicPr>
                      <p:cNvPr id="5" name="think-cell data - do not delete" hidden="1">
                        <a:extLst>
                          <a:ext uri="{FF2B5EF4-FFF2-40B4-BE49-F238E27FC236}">
                            <a16:creationId xmlns:a16="http://schemas.microsoft.com/office/drawing/2014/main" id="{8D09E399-3561-B977-D5DC-7AD154CF90E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549274"/>
            <a:ext cx="10515599" cy="987695"/>
          </a:xfrm>
          <a:prstGeom prst="rect">
            <a:avLst/>
          </a:prstGeom>
        </p:spPr>
        <p:txBody>
          <a:bodyPr vert="horz" lIns="0" tIns="0" rIns="0" bIns="0" rtlCol="0" anchor="t">
            <a:noAutofit/>
          </a:bodyPr>
          <a:lstStyle/>
          <a:p>
            <a:r>
              <a:rPr lang="en-GB"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056366"/>
          </a:xfrm>
          <a:prstGeom prst="rect">
            <a:avLst/>
          </a:prstGeom>
        </p:spPr>
        <p:txBody>
          <a:bodyPr vert="horz" lIns="0" tIns="0" rIns="0" bIns="0" rtlCol="0">
            <a:noAutofit/>
          </a:bodyPr>
          <a:lstStyle/>
          <a:p>
            <a:pPr lvl="0"/>
            <a:r>
              <a:rPr lang="en-GB" noProof="1"/>
              <a:t>Haga clic para modificar los estilos de texto del patrón</a:t>
            </a:r>
          </a:p>
          <a:p>
            <a:pPr lvl="1"/>
            <a:r>
              <a:rPr lang="en-GB" noProof="1"/>
              <a:t>Segundo nivel</a:t>
            </a:r>
          </a:p>
          <a:p>
            <a:pPr lvl="2"/>
            <a:r>
              <a:rPr lang="en-GB" noProof="1"/>
              <a:t>Tercer nivel</a:t>
            </a:r>
          </a:p>
          <a:p>
            <a:pPr lvl="3"/>
            <a:r>
              <a:rPr lang="en-GB" noProof="1"/>
              <a:t>Cuarto nivel</a:t>
            </a:r>
          </a:p>
          <a:p>
            <a:pPr lvl="4"/>
            <a:r>
              <a:rPr lang="en-GB" noProof="1"/>
              <a:t>Quinto nivel</a:t>
            </a:r>
          </a:p>
        </p:txBody>
      </p:sp>
      <p:sp>
        <p:nvSpPr>
          <p:cNvPr id="21" name="Marcador de pie de página 2">
            <a:extLst>
              <a:ext uri="{FF2B5EF4-FFF2-40B4-BE49-F238E27FC236}">
                <a16:creationId xmlns:a16="http://schemas.microsoft.com/office/drawing/2014/main" id="{DBFEAADD-FA30-EAB3-7735-AD0E306B67F9}"/>
              </a:ext>
            </a:extLst>
          </p:cNvPr>
          <p:cNvSpPr>
            <a:spLocks noGrp="1"/>
          </p:cNvSpPr>
          <p:nvPr>
            <p:ph type="ftr" sz="quarter" idx="3"/>
          </p:nvPr>
        </p:nvSpPr>
        <p:spPr>
          <a:xfrm>
            <a:off x="335360" y="6401514"/>
            <a:ext cx="7250933" cy="123111"/>
          </a:xfrm>
          <a:prstGeom prst="rect">
            <a:avLst/>
          </a:prstGeom>
        </p:spPr>
        <p:txBody>
          <a:bodyPr vert="horz" lIns="0" tIns="0" rIns="0" bIns="0" rtlCol="0" anchor="b" anchorCtr="0">
            <a:spAutoFit/>
          </a:bodyPr>
          <a:lstStyle>
            <a:lvl1pPr algn="l">
              <a:defRPr sz="800">
                <a:solidFill>
                  <a:schemeClr val="tx1"/>
                </a:solidFill>
              </a:defRPr>
            </a:lvl1pPr>
          </a:lstStyle>
          <a:p>
            <a:r>
              <a:rPr lang="it-IT" dirty="0"/>
              <a:t>MINSAIT • Nombre del documento • dd/mm/aaaa</a:t>
            </a:r>
            <a:endParaRPr lang="es-ES" dirty="0"/>
          </a:p>
        </p:txBody>
      </p:sp>
    </p:spTree>
    <p:extLst>
      <p:ext uri="{BB962C8B-B14F-4D97-AF65-F5344CB8AC3E}">
        <p14:creationId xmlns:p14="http://schemas.microsoft.com/office/powerpoint/2010/main" val="415932477"/>
      </p:ext>
    </p:extLst>
  </p:cSld>
  <p:clrMap bg1="lt1" tx1="dk1" bg2="lt2" tx2="dk2" accent1="accent1" accent2="accent2" accent3="accent3" accent4="accent4" accent5="accent5" accent6="accent6" hlink="hlink" folHlink="folHlink"/>
  <p:sldLayoutIdLst>
    <p:sldLayoutId id="2147484018" r:id="rId1"/>
    <p:sldLayoutId id="2147484027" r:id="rId2"/>
    <p:sldLayoutId id="2147484025" r:id="rId3"/>
    <p:sldLayoutId id="2147484028" r:id="rId4"/>
    <p:sldLayoutId id="2147484026" r:id="rId5"/>
    <p:sldLayoutId id="2147484029" r:id="rId6"/>
    <p:sldLayoutId id="2147483932" r:id="rId7"/>
    <p:sldLayoutId id="2147484024" r:id="rId8"/>
    <p:sldLayoutId id="2147483933" r:id="rId9"/>
    <p:sldLayoutId id="2147483944" r:id="rId10"/>
    <p:sldLayoutId id="2147484034" r:id="rId11"/>
    <p:sldLayoutId id="2147484035" r:id="rId12"/>
    <p:sldLayoutId id="2147484039" r:id="rId13"/>
  </p:sldLayoutIdLst>
  <p:hf sldNum="0" hdr="0" dt="0"/>
  <p:txStyles>
    <p:titleStyle>
      <a:lvl1pPr algn="l" defTabSz="914377"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346" userDrawn="1">
          <p15:clr>
            <a:srgbClr val="F26B43"/>
          </p15:clr>
        </p15:guide>
        <p15:guide id="7" orient="horz" pos="201" userDrawn="1">
          <p15:clr>
            <a:srgbClr val="F26B43"/>
          </p15:clr>
        </p15:guide>
        <p15:guide id="8" orient="horz" pos="411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oleObject" Target="../embeddings/oleObject6.bin"/><Relationship Id="rId6"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o 17">
            <a:extLst>
              <a:ext uri="{FF2B5EF4-FFF2-40B4-BE49-F238E27FC236}">
                <a16:creationId xmlns:a16="http://schemas.microsoft.com/office/drawing/2014/main" id="{91760BEE-0FAE-A79E-3E4F-A4D3F1224F18}"/>
              </a:ext>
            </a:extLst>
          </p:cNvPr>
          <p:cNvGrpSpPr/>
          <p:nvPr/>
        </p:nvGrpSpPr>
        <p:grpSpPr>
          <a:xfrm rot="5400000">
            <a:off x="-394983" y="2534962"/>
            <a:ext cx="4791835" cy="3583209"/>
            <a:chOff x="149189" y="365280"/>
            <a:chExt cx="4306639" cy="3583209"/>
          </a:xfrm>
        </p:grpSpPr>
        <p:sp>
          <p:nvSpPr>
            <p:cNvPr id="19" name="Rectángulo 18">
              <a:extLst>
                <a:ext uri="{FF2B5EF4-FFF2-40B4-BE49-F238E27FC236}">
                  <a16:creationId xmlns:a16="http://schemas.microsoft.com/office/drawing/2014/main" id="{6ACA4D02-D2B5-27CF-E311-D2425B7FAE91}"/>
                </a:ext>
              </a:extLst>
            </p:cNvPr>
            <p:cNvSpPr/>
            <p:nvPr/>
          </p:nvSpPr>
          <p:spPr>
            <a:xfrm flipV="1">
              <a:off x="149189" y="365280"/>
              <a:ext cx="4306639" cy="3583203"/>
            </a:xfrm>
            <a:prstGeom prst="rect">
              <a:avLst/>
            </a:prstGeom>
            <a:solidFill>
              <a:schemeClr val="bg1"/>
            </a:solidFill>
          </p:spPr>
          <p:txBody>
            <a:bodyPr wrap="square" lIns="0" tIns="0" rIns="0" bIns="0" rtlCol="0"/>
            <a:lstStyle/>
            <a:p>
              <a:endParaRPr lang="en-GB" sz="3200">
                <a:solidFill>
                  <a:schemeClr val="tx1"/>
                </a:solidFill>
              </a:endParaRPr>
            </a:p>
          </p:txBody>
        </p:sp>
        <p:sp>
          <p:nvSpPr>
            <p:cNvPr id="23" name="Triángulo rectángulo 22">
              <a:extLst>
                <a:ext uri="{FF2B5EF4-FFF2-40B4-BE49-F238E27FC236}">
                  <a16:creationId xmlns:a16="http://schemas.microsoft.com/office/drawing/2014/main" id="{32C3B403-9C00-8FF1-BFA7-CF36C04A2803}"/>
                </a:ext>
              </a:extLst>
            </p:cNvPr>
            <p:cNvSpPr/>
            <p:nvPr/>
          </p:nvSpPr>
          <p:spPr>
            <a:xfrm flipH="1" flipV="1">
              <a:off x="4357251" y="366077"/>
              <a:ext cx="98577" cy="9857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riángulo rectángulo 23">
              <a:extLst>
                <a:ext uri="{FF2B5EF4-FFF2-40B4-BE49-F238E27FC236}">
                  <a16:creationId xmlns:a16="http://schemas.microsoft.com/office/drawing/2014/main" id="{CAFE1B43-3330-449F-7E90-3B2EBAE9F3B5}"/>
                </a:ext>
              </a:extLst>
            </p:cNvPr>
            <p:cNvSpPr/>
            <p:nvPr/>
          </p:nvSpPr>
          <p:spPr>
            <a:xfrm flipH="1">
              <a:off x="4357251" y="3849912"/>
              <a:ext cx="98577" cy="9857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Triángulo rectángulo 24">
              <a:extLst>
                <a:ext uri="{FF2B5EF4-FFF2-40B4-BE49-F238E27FC236}">
                  <a16:creationId xmlns:a16="http://schemas.microsoft.com/office/drawing/2014/main" id="{BCF559AA-8A2E-2931-A8FF-1E37F8A49D18}"/>
                </a:ext>
              </a:extLst>
            </p:cNvPr>
            <p:cNvSpPr/>
            <p:nvPr/>
          </p:nvSpPr>
          <p:spPr>
            <a:xfrm>
              <a:off x="149189" y="3849912"/>
              <a:ext cx="98577" cy="9857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Triángulo rectángulo 25">
              <a:extLst>
                <a:ext uri="{FF2B5EF4-FFF2-40B4-BE49-F238E27FC236}">
                  <a16:creationId xmlns:a16="http://schemas.microsoft.com/office/drawing/2014/main" id="{C3A0C8C8-9961-9E29-FC71-C4BB704D2B63}"/>
                </a:ext>
              </a:extLst>
            </p:cNvPr>
            <p:cNvSpPr/>
            <p:nvPr/>
          </p:nvSpPr>
          <p:spPr>
            <a:xfrm flipV="1">
              <a:off x="149189" y="366077"/>
              <a:ext cx="98577" cy="9857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upo 6">
            <a:extLst>
              <a:ext uri="{FF2B5EF4-FFF2-40B4-BE49-F238E27FC236}">
                <a16:creationId xmlns:a16="http://schemas.microsoft.com/office/drawing/2014/main" id="{E440AF01-6A91-899B-AF3B-3E15D8983490}"/>
              </a:ext>
            </a:extLst>
          </p:cNvPr>
          <p:cNvGrpSpPr/>
          <p:nvPr/>
        </p:nvGrpSpPr>
        <p:grpSpPr>
          <a:xfrm rot="5400000">
            <a:off x="1110279" y="-765430"/>
            <a:ext cx="1781317" cy="3583209"/>
            <a:chOff x="149189" y="365280"/>
            <a:chExt cx="1781317" cy="3583209"/>
          </a:xfrm>
        </p:grpSpPr>
        <p:sp>
          <p:nvSpPr>
            <p:cNvPr id="10" name="Rectángulo 9">
              <a:extLst>
                <a:ext uri="{FF2B5EF4-FFF2-40B4-BE49-F238E27FC236}">
                  <a16:creationId xmlns:a16="http://schemas.microsoft.com/office/drawing/2014/main" id="{FECB80E2-78EB-6E69-C254-FF1DA2C84CD1}"/>
                </a:ext>
              </a:extLst>
            </p:cNvPr>
            <p:cNvSpPr/>
            <p:nvPr/>
          </p:nvSpPr>
          <p:spPr>
            <a:xfrm flipV="1">
              <a:off x="149189" y="365280"/>
              <a:ext cx="1781317" cy="3583203"/>
            </a:xfrm>
            <a:prstGeom prst="rect">
              <a:avLst/>
            </a:prstGeom>
            <a:solidFill>
              <a:schemeClr val="tx1"/>
            </a:solidFill>
          </p:spPr>
          <p:txBody>
            <a:bodyPr wrap="square" lIns="0" tIns="0" rIns="0" bIns="0" rtlCol="0"/>
            <a:lstStyle/>
            <a:p>
              <a:endParaRPr lang="en-GB" sz="3200">
                <a:solidFill>
                  <a:schemeClr val="tx1"/>
                </a:solidFill>
              </a:endParaRPr>
            </a:p>
          </p:txBody>
        </p:sp>
        <p:sp>
          <p:nvSpPr>
            <p:cNvPr id="11" name="Triángulo rectángulo 10">
              <a:extLst>
                <a:ext uri="{FF2B5EF4-FFF2-40B4-BE49-F238E27FC236}">
                  <a16:creationId xmlns:a16="http://schemas.microsoft.com/office/drawing/2014/main" id="{813231DD-2D28-9C17-ABDF-44DE2D862616}"/>
                </a:ext>
              </a:extLst>
            </p:cNvPr>
            <p:cNvSpPr/>
            <p:nvPr/>
          </p:nvSpPr>
          <p:spPr>
            <a:xfrm flipH="1" flipV="1">
              <a:off x="1831929" y="366077"/>
              <a:ext cx="98577" cy="9857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riángulo rectángulo 11">
              <a:extLst>
                <a:ext uri="{FF2B5EF4-FFF2-40B4-BE49-F238E27FC236}">
                  <a16:creationId xmlns:a16="http://schemas.microsoft.com/office/drawing/2014/main" id="{B0B55E5C-66EB-0526-0ACF-376C0DECF091}"/>
                </a:ext>
              </a:extLst>
            </p:cNvPr>
            <p:cNvSpPr/>
            <p:nvPr/>
          </p:nvSpPr>
          <p:spPr>
            <a:xfrm flipH="1">
              <a:off x="1831929" y="3849912"/>
              <a:ext cx="98577" cy="9857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riángulo rectángulo 14">
              <a:extLst>
                <a:ext uri="{FF2B5EF4-FFF2-40B4-BE49-F238E27FC236}">
                  <a16:creationId xmlns:a16="http://schemas.microsoft.com/office/drawing/2014/main" id="{C95DA073-EBE3-0D96-6A9B-E3C4576DFADB}"/>
                </a:ext>
              </a:extLst>
            </p:cNvPr>
            <p:cNvSpPr/>
            <p:nvPr/>
          </p:nvSpPr>
          <p:spPr>
            <a:xfrm>
              <a:off x="149189" y="3849912"/>
              <a:ext cx="98577" cy="9857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Triángulo rectángulo 16">
              <a:extLst>
                <a:ext uri="{FF2B5EF4-FFF2-40B4-BE49-F238E27FC236}">
                  <a16:creationId xmlns:a16="http://schemas.microsoft.com/office/drawing/2014/main" id="{9204A2CB-1A94-B3EE-5185-836EAB3AEBBE}"/>
                </a:ext>
              </a:extLst>
            </p:cNvPr>
            <p:cNvSpPr/>
            <p:nvPr/>
          </p:nvSpPr>
          <p:spPr>
            <a:xfrm flipV="1">
              <a:off x="149189" y="366077"/>
              <a:ext cx="98577" cy="9857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14" name="Objeto 1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14" name="Objeto 1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Rectángulo 15"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defTabSz="913790">
              <a:lnSpc>
                <a:spcPct val="90000"/>
              </a:lnSpc>
              <a:spcBef>
                <a:spcPct val="0"/>
              </a:spcBef>
              <a:spcAft>
                <a:spcPct val="0"/>
              </a:spcAft>
            </a:pPr>
            <a:endParaRPr kumimoji="0" lang="es-ES_tradnl" sz="2000" u="none" strike="noStrike" kern="1200" cap="none" spc="0" normalizeH="0" noProof="0" dirty="0">
              <a:ln>
                <a:noFill/>
              </a:ln>
              <a:solidFill>
                <a:srgbClr val="FFFFFF"/>
              </a:solidFill>
              <a:effectLst/>
              <a:uLnTx/>
              <a:uFillTx/>
              <a:latin typeface="Playfair Display" panose="00000500000000000000" pitchFamily="2" charset="0"/>
              <a:ea typeface="+mj-ea"/>
              <a:cs typeface="+mj-cs"/>
              <a:sym typeface="Playfair Display" panose="00000500000000000000" pitchFamily="2" charset="0"/>
            </a:endParaRPr>
          </a:p>
        </p:txBody>
      </p:sp>
      <p:sp>
        <p:nvSpPr>
          <p:cNvPr id="8" name="Rectángulo 7"/>
          <p:cNvSpPr/>
          <p:nvPr/>
        </p:nvSpPr>
        <p:spPr>
          <a:xfrm>
            <a:off x="3955179" y="455428"/>
            <a:ext cx="5386421" cy="383996"/>
          </a:xfrm>
          <a:prstGeom prst="rect">
            <a:avLst/>
          </a:prstGeom>
        </p:spPr>
        <p:txBody>
          <a:bodyPr wrap="square" lIns="0" tIns="0" rIns="0" bIns="0">
            <a:noAutofit/>
          </a:bodyPr>
          <a:lstStyle/>
          <a:p>
            <a:pPr marL="0" marR="0" lvl="0" indent="0" algn="l" defTabSz="91379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dirty="0">
                <a:ln>
                  <a:noFill/>
                </a:ln>
                <a:effectLst/>
                <a:uLnTx/>
                <a:uFillTx/>
                <a:ea typeface="+mn-ea"/>
                <a:cs typeface="+mn-cs"/>
              </a:rPr>
              <a:t>Experiencia profesional</a:t>
            </a:r>
          </a:p>
        </p:txBody>
      </p:sp>
      <p:sp>
        <p:nvSpPr>
          <p:cNvPr id="2" name="Título 1"/>
          <p:cNvSpPr>
            <a:spLocks noGrp="1"/>
          </p:cNvSpPr>
          <p:nvPr>
            <p:ph type="title"/>
          </p:nvPr>
        </p:nvSpPr>
        <p:spPr>
          <a:xfrm>
            <a:off x="334963" y="549275"/>
            <a:ext cx="3457575" cy="873125"/>
          </a:xfrm>
        </p:spPr>
        <p:txBody>
          <a:bodyPr rIns="72000"/>
          <a:lstStyle/>
          <a:p>
            <a:r>
              <a:rPr sz="2400">
                <a:solidFill>
                  <a:srgbClr val="FFFFFF"/>
                </a:solidFill>
              </a:rPr>
              <a:t>Nelson Bernal</a:t>
            </a:r>
            <a:endParaRPr lang="en-GB" sz="1800" dirty="0" err="1">
              <a:solidFill>
                <a:schemeClr val="bg1"/>
              </a:solidFill>
            </a:endParaRPr>
          </a:p>
        </p:txBody>
      </p:sp>
      <p:sp>
        <p:nvSpPr>
          <p:cNvPr id="13" name="Marcador de texto 2"/>
          <p:cNvSpPr>
            <a:spLocks noGrp="1"/>
          </p:cNvSpPr>
          <p:nvPr>
            <p:ph type="body" sz="quarter" idx="16"/>
          </p:nvPr>
        </p:nvSpPr>
        <p:spPr>
          <a:xfrm>
            <a:off x="334963" y="323850"/>
            <a:ext cx="11522075" cy="159018"/>
          </a:xfrm>
        </p:spPr>
        <p:txBody>
          <a:bodyPr/>
          <a:lstStyle/>
          <a:p>
            <a:r>
              <a:rPr lang="es-ES" dirty="0">
                <a:solidFill>
                  <a:schemeClr val="bg1"/>
                </a:solidFill>
              </a:rPr>
              <a:t>CV perfiles equipo de trabajo</a:t>
            </a:r>
          </a:p>
        </p:txBody>
      </p:sp>
      <p:sp>
        <p:nvSpPr>
          <p:cNvPr id="9" name="Rectángulo 8"/>
          <p:cNvSpPr/>
          <p:nvPr/>
        </p:nvSpPr>
        <p:spPr>
          <a:xfrm>
            <a:off x="3935360" y="754872"/>
            <a:ext cx="7921279" cy="5647700"/>
          </a:xfrm>
          <a:prstGeom prst="rect">
            <a:avLst/>
          </a:prstGeom>
        </p:spPr>
        <p:txBody>
          <a:bodyPr wrap="square" lIns="0" tIns="45720" rIns="0" bIns="45720" anchor="t">
            <a:noAutofit/>
          </a:bodyPr>
          <a:lstStyle/>
          <a:p>
            <a:pPr>
              <a:defRPr/>
            </a:pPr>
            <a:r>
              <a:rPr sz="1200"/>
              <a:t>Gerente de IA con experiencia en liderazgo de proyectos de innovación y diseño de roadmaps de implementación. Experto en optimización de procesos y eficiencia operativa en el sector bancario.</a:t>
            </a:r>
            <a:endParaRPr lang="es-PE" sz="1200" dirty="0">
              <a:ea typeface="+mn-lt"/>
              <a:cs typeface="+mn-lt"/>
            </a:endParaRPr>
          </a:p>
          <a:p>
            <a:pPr>
              <a:defRPr/>
            </a:pPr>
            <a:endParaRPr lang="es-PE" sz="1200" dirty="0"/>
          </a:p>
        </p:txBody>
      </p:sp>
      <p:sp>
        <p:nvSpPr>
          <p:cNvPr id="20" name="object 9"/>
          <p:cNvSpPr txBox="1"/>
          <p:nvPr/>
        </p:nvSpPr>
        <p:spPr>
          <a:xfrm>
            <a:off x="323799" y="2089828"/>
            <a:ext cx="3369366" cy="1448219"/>
          </a:xfrm>
          <a:prstGeom prst="rect">
            <a:avLst/>
          </a:prstGeom>
        </p:spPr>
        <p:txBody>
          <a:bodyPr vert="horz" wrap="square" lIns="0" tIns="103505" rIns="0" bIns="0" rtlCol="0" anchor="t">
            <a:noAutofit/>
          </a:bodyPr>
          <a:lstStyle/>
          <a:p>
            <a:pPr marL="12700" marR="0" lvl="0" indent="0" algn="l" defTabSz="914400" rtl="0" eaLnBrk="1" fontAlgn="auto" latinLnBrk="0" hangingPunct="1">
              <a:lnSpc>
                <a:spcPct val="100000"/>
              </a:lnSpc>
              <a:spcBef>
                <a:spcPts val="815"/>
              </a:spcBef>
              <a:spcAft>
                <a:spcPts val="0"/>
              </a:spcAft>
              <a:buClrTx/>
              <a:buSzTx/>
              <a:buFontTx/>
              <a:buNone/>
              <a:tabLst/>
              <a:defRPr/>
            </a:pPr>
            <a:r>
              <a:rPr kumimoji="0" lang="es-ES" sz="1600" i="0" u="none" strike="noStrike" kern="1200" cap="none" spc="0" normalizeH="0" baseline="0" noProof="0" dirty="0">
                <a:ln>
                  <a:noFill/>
                </a:ln>
                <a:effectLst/>
                <a:uLnTx/>
                <a:uFillTx/>
                <a:cs typeface="Soho Gothic Pro Light"/>
              </a:rPr>
              <a:t>Formación</a:t>
            </a:r>
            <a:r>
              <a:rPr kumimoji="0" lang="es-ES" sz="1600" i="0" u="none" strike="noStrike" kern="1200" cap="none" spc="-35" normalizeH="0" baseline="0" noProof="0" dirty="0">
                <a:ln>
                  <a:noFill/>
                </a:ln>
                <a:effectLst/>
                <a:uLnTx/>
                <a:uFillTx/>
                <a:cs typeface="Soho Gothic Pro Light"/>
              </a:rPr>
              <a:t> </a:t>
            </a:r>
            <a:r>
              <a:rPr kumimoji="0" lang="es-ES" sz="1600" i="0" u="none" strike="noStrike" kern="1200" cap="none" spc="0" normalizeH="0" baseline="0" noProof="0" dirty="0">
                <a:ln>
                  <a:noFill/>
                </a:ln>
                <a:effectLst/>
                <a:uLnTx/>
                <a:uFillTx/>
                <a:cs typeface="Soho Gothic Pro Light"/>
              </a:rPr>
              <a:t>académica</a:t>
            </a:r>
          </a:p>
          <a:p>
            <a:pPr marL="184150" indent="-171450">
              <a:spcBef>
                <a:spcPts val="610"/>
              </a:spcBef>
              <a:buFont typeface="Arial" panose="020B0604020202020204" pitchFamily="34" charset="0"/>
              <a:buChar char="•"/>
              <a:defRPr/>
            </a:pPr>
            <a:r>
              <a:rPr lang="es-PE" sz="1200" dirty="0"/>
              <a:t>M.B.A., Emory University, 2025</a:t>
            </a:r>
          </a:p>
          <a:p>
            <a:pPr marL="184150" indent="-171450">
              <a:spcBef>
                <a:spcPts val="610"/>
              </a:spcBef>
              <a:buFont typeface="Arial" panose="020B0604020202020204" pitchFamily="34" charset="0"/>
              <a:buChar char="•"/>
              <a:defRPr/>
            </a:pPr>
            <a:r>
              <a:rPr lang="es-PE" sz="1200" dirty="0"/>
              <a:t>Ingeniero Industrial, PUCP, 2016</a:t>
            </a:r>
          </a:p>
          <a:p>
            <a:pPr marL="184150" indent="-171450">
              <a:spcBef>
                <a:spcPts val="610"/>
              </a:spcBef>
              <a:buFont typeface="Arial" panose="020B0604020202020204" pitchFamily="34" charset="0"/>
              <a:buChar char="•"/>
              <a:defRPr/>
            </a:pPr>
            <a:r>
              <a:rPr lang="es-PE" sz="1200" dirty="0"/>
              <a:t>Lean Six Sigma Black Belt</a:t>
            </a:r>
          </a:p>
          <a:p>
            <a:pPr marL="184150" indent="-171450">
              <a:spcBef>
                <a:spcPts val="610"/>
              </a:spcBef>
              <a:buFont typeface="Arial" panose="020B0604020202020204" pitchFamily="34" charset="0"/>
              <a:buChar char="•"/>
              <a:defRPr/>
            </a:pPr>
            <a:r>
              <a:rPr lang="es-PE" sz="1200" dirty="0"/>
              <a:t>Scrum Master Certified</a:t>
            </a:r>
          </a:p>
          <a:p>
            <a:pPr marL="184150" indent="-171450">
              <a:spcBef>
                <a:spcPts val="610"/>
              </a:spcBef>
              <a:buFont typeface="Arial" panose="020B0604020202020204" pitchFamily="34" charset="0"/>
              <a:buChar char="•"/>
              <a:defRPr/>
            </a:pPr>
            <a:r>
              <a:rPr lang="es-PE" sz="1200" dirty="0"/>
              <a:t>Design Thinking</a:t>
            </a:r>
          </a:p>
          <a:p>
            <a:pPr marL="12700">
              <a:spcBef>
                <a:spcPts val="610"/>
              </a:spcBef>
              <a:defRPr/>
            </a:pPr>
            <a:endParaRPr lang="es-PE" sz="1200" dirty="0"/>
          </a:p>
          <a:p>
            <a:pPr marL="12700">
              <a:spcBef>
                <a:spcPts val="610"/>
              </a:spcBef>
              <a:defRPr/>
            </a:pPr>
            <a:endParaRPr lang="es-ES" sz="1200" dirty="0"/>
          </a:p>
        </p:txBody>
      </p:sp>
      <p:sp>
        <p:nvSpPr>
          <p:cNvPr id="21" name="object 10"/>
          <p:cNvSpPr txBox="1"/>
          <p:nvPr/>
        </p:nvSpPr>
        <p:spPr>
          <a:xfrm>
            <a:off x="323799" y="3887697"/>
            <a:ext cx="3211034" cy="1947641"/>
          </a:xfrm>
          <a:prstGeom prst="rect">
            <a:avLst/>
          </a:prstGeom>
        </p:spPr>
        <p:txBody>
          <a:bodyPr vert="horz" wrap="square" lIns="0" tIns="103505" rIns="0" bIns="0" rtlCol="0" anchor="t">
            <a:noAutofit/>
          </a:bodyPr>
          <a:lstStyle>
            <a:defPPr>
              <a:defRPr lang="es-PE"/>
            </a:defPPr>
            <a:lvl1pPr marL="12700" marR="0" lvl="0" indent="0" fontAlgn="auto">
              <a:lnSpc>
                <a:spcPct val="100000"/>
              </a:lnSpc>
              <a:spcBef>
                <a:spcPts val="815"/>
              </a:spcBef>
              <a:spcAft>
                <a:spcPts val="0"/>
              </a:spcAft>
              <a:buClrTx/>
              <a:buSzTx/>
              <a:buFontTx/>
              <a:buNone/>
              <a:tabLst/>
              <a:defRPr kumimoji="0" sz="1600" i="0" u="none" strike="noStrike" cap="none" spc="0" normalizeH="0" baseline="0">
                <a:ln>
                  <a:noFill/>
                </a:ln>
                <a:effectLst/>
                <a:uLnTx/>
                <a:uFillTx/>
                <a:cs typeface="Soho Gothic Pro Light"/>
              </a:defRPr>
            </a:lvl1pPr>
          </a:lstStyle>
          <a:p>
            <a:r>
              <a:rPr lang="es-ES" dirty="0"/>
              <a:t>Conocimientos Clave</a:t>
            </a:r>
            <a:endParaRPr dirty="0"/>
          </a:p>
          <a:p>
            <a:pPr marL="184150" indent="-171450">
              <a:buFont typeface="Arial" panose="020B0604020202020204" pitchFamily="34" charset="0"/>
              <a:buChar char="•"/>
            </a:pPr>
            <a:r>
              <a:rPr lang="es-PE" sz="1200" dirty="0">
                <a:cs typeface="+mn-cs"/>
              </a:rPr>
              <a:t>SQL</a:t>
            </a:r>
          </a:p>
          <a:p>
            <a:pPr marL="184150" indent="-171450">
              <a:buFont typeface="Arial" panose="020B0604020202020204" pitchFamily="34" charset="0"/>
              <a:buChar char="•"/>
            </a:pPr>
            <a:r>
              <a:rPr lang="es-PE" sz="1200" dirty="0">
                <a:cs typeface="+mn-cs"/>
              </a:rPr>
              <a:t>Python</a:t>
            </a:r>
          </a:p>
          <a:p>
            <a:pPr marL="184150" indent="-171450">
              <a:buFont typeface="Arial" panose="020B0604020202020204" pitchFamily="34" charset="0"/>
              <a:buChar char="•"/>
            </a:pPr>
            <a:r>
              <a:rPr lang="es-PE" sz="1200" dirty="0">
                <a:cs typeface="+mn-cs"/>
              </a:rPr>
              <a:t>Power BI</a:t>
            </a:r>
          </a:p>
          <a:p>
            <a:pPr marL="184150" indent="-171450">
              <a:buFont typeface="Arial" panose="020B0604020202020204" pitchFamily="34" charset="0"/>
              <a:buChar char="•"/>
            </a:pPr>
            <a:r>
              <a:rPr lang="es-PE" sz="1200" dirty="0">
                <a:cs typeface="+mn-cs"/>
              </a:rPr>
              <a:t>CRM</a:t>
            </a:r>
          </a:p>
          <a:p>
            <a:pPr marL="184150" indent="-171450">
              <a:buFont typeface="Arial" panose="020B0604020202020204" pitchFamily="34" charset="0"/>
              <a:buChar char="•"/>
            </a:pPr>
            <a:r>
              <a:rPr lang="es-PE" sz="1200" dirty="0">
                <a:cs typeface="+mn-cs"/>
              </a:rPr>
              <a:t>Lean Six Sigma</a:t>
            </a:r>
          </a:p>
          <a:p>
            <a:pPr marL="184150" indent="-171450">
              <a:buFont typeface="Arial" panose="020B0604020202020204" pitchFamily="34" charset="0"/>
              <a:buChar char="•"/>
            </a:pPr>
            <a:r>
              <a:rPr lang="es-PE" sz="1200" dirty="0">
                <a:cs typeface="+mn-cs"/>
              </a:rPr>
              <a:t>Scrum</a:t>
            </a:r>
          </a:p>
        </p:txBody>
      </p:sp>
      <p:cxnSp>
        <p:nvCxnSpPr>
          <p:cNvPr id="29" name="Conector recto 28">
            <a:extLst>
              <a:ext uri="{FF2B5EF4-FFF2-40B4-BE49-F238E27FC236}">
                <a16:creationId xmlns:a16="http://schemas.microsoft.com/office/drawing/2014/main" id="{D86ACD69-F72C-A636-DAE8-8C7F0CC91046}"/>
              </a:ext>
            </a:extLst>
          </p:cNvPr>
          <p:cNvCxnSpPr/>
          <p:nvPr/>
        </p:nvCxnSpPr>
        <p:spPr>
          <a:xfrm>
            <a:off x="335360" y="3898099"/>
            <a:ext cx="326781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object 10">
            <a:extLst>
              <a:ext uri="{FF2B5EF4-FFF2-40B4-BE49-F238E27FC236}">
                <a16:creationId xmlns:a16="http://schemas.microsoft.com/office/drawing/2014/main" id="{E5A60686-9930-3A2F-E83E-FD51EFD6C0FA}"/>
              </a:ext>
            </a:extLst>
          </p:cNvPr>
          <p:cNvSpPr txBox="1"/>
          <p:nvPr/>
        </p:nvSpPr>
        <p:spPr>
          <a:xfrm>
            <a:off x="307910" y="6045963"/>
            <a:ext cx="3600000" cy="586699"/>
          </a:xfrm>
          <a:prstGeom prst="rect">
            <a:avLst/>
          </a:prstGeom>
        </p:spPr>
        <p:txBody>
          <a:bodyPr vert="horz" wrap="square" lIns="0" tIns="103505" rIns="0" bIns="0" rtlCol="0">
            <a:spAutoFit/>
          </a:bodyPr>
          <a:lstStyle/>
          <a:p>
            <a:pPr marL="12700">
              <a:spcBef>
                <a:spcPts val="815"/>
              </a:spcBef>
              <a:defRPr/>
            </a:pPr>
            <a:r>
              <a:rPr lang="es-PE" sz="1600" dirty="0"/>
              <a:t>Idiomas</a:t>
            </a:r>
            <a:endParaRPr sz="1600" dirty="0"/>
          </a:p>
          <a:p>
            <a:pPr marL="171450" indent="-171450">
              <a:spcBef>
                <a:spcPts val="400"/>
              </a:spcBef>
              <a:buFont typeface="Arial"/>
              <a:buChar char="•"/>
              <a:defRPr/>
            </a:pPr>
            <a:r>
              <a:rPr sz="1200"/>
              <a:t>Español e Inglés</a:t>
            </a:r>
            <a:endParaRPr lang="es-PE" sz="1200" dirty="0">
              <a:ea typeface="+mn-lt"/>
              <a:cs typeface="+mn-lt"/>
            </a:endParaRPr>
          </a:p>
        </p:txBody>
      </p:sp>
      <p:cxnSp>
        <p:nvCxnSpPr>
          <p:cNvPr id="6" name="Conector recto 5">
            <a:extLst>
              <a:ext uri="{FF2B5EF4-FFF2-40B4-BE49-F238E27FC236}">
                <a16:creationId xmlns:a16="http://schemas.microsoft.com/office/drawing/2014/main" id="{D943292E-9A8F-42A7-142C-4AC284833004}"/>
              </a:ext>
            </a:extLst>
          </p:cNvPr>
          <p:cNvCxnSpPr/>
          <p:nvPr/>
        </p:nvCxnSpPr>
        <p:spPr>
          <a:xfrm>
            <a:off x="319471" y="6090871"/>
            <a:ext cx="326781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CuadroTexto 3">
            <a:extLst>
              <a:ext uri="{FF2B5EF4-FFF2-40B4-BE49-F238E27FC236}">
                <a16:creationId xmlns:a16="http://schemas.microsoft.com/office/drawing/2014/main" id="{352F5EBC-81D3-03E4-B2F1-389198AB070D}"/>
              </a:ext>
            </a:extLst>
          </p:cNvPr>
          <p:cNvSpPr txBox="1"/>
          <p:nvPr/>
        </p:nvSpPr>
        <p:spPr>
          <a:xfrm>
            <a:off x="258621" y="773317"/>
            <a:ext cx="6094562" cy="369332"/>
          </a:xfrm>
          <a:prstGeom prst="rect">
            <a:avLst/>
          </a:prstGeom>
          <a:noFill/>
        </p:spPr>
        <p:txBody>
          <a:bodyPr wrap="square">
            <a:spAutoFit/>
          </a:bodyPr>
          <a:lstStyle/>
          <a:p>
            <a:r>
              <a:rPr sz="1800">
                <a:solidFill>
                  <a:srgbClr val="FFFFFF"/>
                </a:solidFill>
              </a:rPr>
              <a:t>Manager | Inteligencia Artificial</a:t>
            </a:r>
            <a:endParaRPr lang="es-PE" dirty="0"/>
          </a:p>
        </p:txBody>
      </p:sp>
      <p:sp>
        <p:nvSpPr>
          <p:cNvPr id="31" name="Rectángulo 30">
            <a:extLst>
              <a:ext uri="{FF2B5EF4-FFF2-40B4-BE49-F238E27FC236}">
                <a16:creationId xmlns:a16="http://schemas.microsoft.com/office/drawing/2014/main" id="{AAF6E294-FA1E-71FD-C51A-7217518E89F0}"/>
              </a:ext>
            </a:extLst>
          </p:cNvPr>
          <p:cNvSpPr/>
          <p:nvPr/>
        </p:nvSpPr>
        <p:spPr>
          <a:xfrm>
            <a:off x="3934562" y="1294096"/>
            <a:ext cx="7837136" cy="5240054"/>
          </a:xfrm>
          <a:prstGeom prst="rect">
            <a:avLst/>
          </a:prstGeom>
        </p:spPr>
        <p:txBody>
          <a:bodyPr wrap="square" lIns="0" tIns="45720" rIns="0" bIns="45720" anchor="t">
            <a:noAutofit/>
          </a:bodyPr>
          <a:lstStyle/>
          <a:p>
            <a:pPr marL="68580" indent="-171450">
              <a:spcBef>
                <a:spcPts val="300"/>
              </a:spcBef>
              <a:spcAft>
                <a:spcPts val="300"/>
              </a:spcAft>
              <a:buFont typeface="Arial" panose="020B0604020202020204" pitchFamily="34" charset="0"/>
              <a:buChar char="•"/>
              <a:defRPr/>
            </a:pPr>
            <a:r>
              <a:rPr lang="es-PE" sz="1200" dirty="0"/>
              <a:t>Como Business &amp; Strategy Manager en Minsait, lideré un equipo de 62 consultores en prácticas de Inteligencia Artificial y Banca Corporativa, logrando un crecimiento de 7.5x en la oficina de Perú en 2 años. Desarrollé una herramienta de conciliación que generó USD 12.5M en ahorros y lancé un canal digital que aumentó la efectividad comercial en 60%.</a:t>
            </a:r>
          </a:p>
          <a:p>
            <a:pPr marL="68580" indent="-171450">
              <a:spcBef>
                <a:spcPts val="300"/>
              </a:spcBef>
              <a:spcAft>
                <a:spcPts val="300"/>
              </a:spcAft>
              <a:buFont typeface="Arial" panose="020B0604020202020204" pitchFamily="34" charset="0"/>
              <a:buChar char="•"/>
              <a:defRPr/>
            </a:pPr>
            <a:r>
              <a:rPr lang="es-PE" sz="1200" dirty="0"/>
              <a:t>En mi rol anterior como Business &amp; Strategy Sr. Consultant, diseñé la hoja de ruta nacional de Open Banking junto al Banco Central de Reserva del Perú, facilitando talleres multisectoriales con más de 40 compañías. Incrementé las ventas en un 4% al transformar el proceso comercial para 2,000 ejecutivos en 390 agencias, y contribuí a ahorros contables de USD 5.7M mediante la revisión de asientos contables.</a:t>
            </a:r>
          </a:p>
          <a:p>
            <a:pPr marL="68580" indent="-171450">
              <a:spcBef>
                <a:spcPts val="300"/>
              </a:spcBef>
              <a:spcAft>
                <a:spcPts val="300"/>
              </a:spcAft>
              <a:buFont typeface="Arial" panose="020B0604020202020204" pitchFamily="34" charset="0"/>
              <a:buChar char="•"/>
              <a:defRPr/>
            </a:pPr>
            <a:endParaRPr lang="es-ES" sz="1200" dirty="0"/>
          </a:p>
        </p:txBody>
      </p:sp>
    </p:spTree>
    <p:extLst>
      <p:ext uri="{BB962C8B-B14F-4D97-AF65-F5344CB8AC3E}">
        <p14:creationId xmlns:p14="http://schemas.microsoft.com/office/powerpoint/2010/main" val="25135152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MKbzNusTSL6d1FPJyJ8DN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cb9W4_i3R2eJJcAfNibjf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cb9W4_i3R2eJJcAfNibjf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qCDuZyYKR5O_4QUCWVIPSA"/>
</p:tagLst>
</file>

<file path=ppt/theme/theme1.xml><?xml version="1.0" encoding="utf-8"?>
<a:theme xmlns:a="http://schemas.openxmlformats.org/drawingml/2006/main" name="2_Portadas">
  <a:themeElements>
    <a:clrScheme name="Minsait">
      <a:dk1>
        <a:srgbClr val="1A3B47"/>
      </a:dk1>
      <a:lt1>
        <a:srgbClr val="FFFFFF"/>
      </a:lt1>
      <a:dk2>
        <a:srgbClr val="FDE3D3"/>
      </a:dk2>
      <a:lt2>
        <a:srgbClr val="E7E6E6"/>
      </a:lt2>
      <a:accent1>
        <a:srgbClr val="FFEA80"/>
      </a:accent1>
      <a:accent2>
        <a:srgbClr val="F7AC6F"/>
      </a:accent2>
      <a:accent3>
        <a:srgbClr val="E88AA2"/>
      </a:accent3>
      <a:accent4>
        <a:srgbClr val="79C5B3"/>
      </a:accent4>
      <a:accent5>
        <a:srgbClr val="639FCB"/>
      </a:accent5>
      <a:accent6>
        <a:srgbClr val="7874B3"/>
      </a:accent6>
      <a:hlink>
        <a:srgbClr val="E88AA2"/>
      </a:hlink>
      <a:folHlink>
        <a:srgbClr val="F7AC6F"/>
      </a:folHlink>
    </a:clrScheme>
    <a:fontScheme name="Personalizado 3">
      <a:majorFont>
        <a:latin typeface="Playfair Display"/>
        <a:ea typeface=""/>
        <a:cs typeface=""/>
      </a:majorFont>
      <a:minorFont>
        <a:latin typeface="Soho Gothic Pro Light"/>
        <a:ea typeface=""/>
        <a:cs typeface=""/>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s de referencia" id="{C0130EDD-FDBC-489A-8777-A25753F742C5}" vid="{FA0C7901-F402-4C0C-A015-F4346B5559B3}"/>
    </a:ext>
  </a:extLst>
</a:theme>
</file>

<file path=ppt/theme/theme2.xml><?xml version="1.0" encoding="utf-8"?>
<a:theme xmlns:a="http://schemas.openxmlformats.org/drawingml/2006/main" name="CONTENIDO">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Nueva Versión por Capitulos_minsait 2.0.potx" id="{A731C59E-86C4-447F-8E00-DE24B6986F12}" vid="{1753CA47-7170-4BBC-BAC5-F7638246E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07F972F34DBBF47A2F8555B5E9D27D2" ma:contentTypeVersion="19" ma:contentTypeDescription="Crear nuevo documento." ma:contentTypeScope="" ma:versionID="47222f8dd02f6cbaecf52f0a1c0f8442">
  <xsd:schema xmlns:xsd="http://www.w3.org/2001/XMLSchema" xmlns:xs="http://www.w3.org/2001/XMLSchema" xmlns:p="http://schemas.microsoft.com/office/2006/metadata/properties" xmlns:ns2="9c51551f-3ecf-4903-869d-bbb050cf36d5" xmlns:ns3="9309e50d-5e6b-4fbe-a1a6-7df7cca547ce" targetNamespace="http://schemas.microsoft.com/office/2006/metadata/properties" ma:root="true" ma:fieldsID="c721892328718f1136b99108723293b4" ns2:_="" ns3:_="">
    <xsd:import namespace="9c51551f-3ecf-4903-869d-bbb050cf36d5"/>
    <xsd:import namespace="9309e50d-5e6b-4fbe-a1a6-7df7cca547c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51551f-3ecf-4903-869d-bbb050cf36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Etiquetas de imagen" ma:readOnly="false" ma:fieldId="{5cf76f15-5ced-4ddc-b409-7134ff3c332f}" ma:taxonomyMulti="true" ma:sspId="b6c8f4d1-0548-410f-82ab-424def43fff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309e50d-5e6b-4fbe-a1a6-7df7cca547ce"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18" nillable="true" ma:displayName="Taxonomy Catch All Column" ma:hidden="true" ma:list="{27c0b61f-cea5-4ebc-814e-de6af8e6f35e}" ma:internalName="TaxCatchAll" ma:showField="CatchAllData" ma:web="9309e50d-5e6b-4fbe-a1a6-7df7cca547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309e50d-5e6b-4fbe-a1a6-7df7cca547ce" xsi:nil="true"/>
    <lcf76f155ced4ddcb4097134ff3c332f xmlns="9c51551f-3ecf-4903-869d-bbb050cf36d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6131B4-F772-4C2E-AA21-DA2A6AD442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51551f-3ecf-4903-869d-bbb050cf36d5"/>
    <ds:schemaRef ds:uri="9309e50d-5e6b-4fbe-a1a6-7df7cca547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F0A941-35C2-45A6-BCA3-5B9334D53FC6}">
  <ds:schemaRefs>
    <ds:schemaRef ds:uri="http://schemas.microsoft.com/office/2006/metadata/properties"/>
    <ds:schemaRef ds:uri="http://schemas.microsoft.com/office/infopath/2007/PartnerControls"/>
    <ds:schemaRef ds:uri="9309e50d-5e6b-4fbe-a1a6-7df7cca547ce"/>
    <ds:schemaRef ds:uri="9c51551f-3ecf-4903-869d-bbb050cf36d5"/>
  </ds:schemaRefs>
</ds:datastoreItem>
</file>

<file path=customXml/itemProps3.xml><?xml version="1.0" encoding="utf-8"?>
<ds:datastoreItem xmlns:ds="http://schemas.openxmlformats.org/officeDocument/2006/customXml" ds:itemID="{737374F6-8271-46D2-87C2-A095FA1D3B6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1102</TotalTime>
  <Words>44</Words>
  <Application>Microsoft Office PowerPoint</Application>
  <PresentationFormat>Panorámica</PresentationFormat>
  <Paragraphs>14</Paragraphs>
  <Slides>1</Slides>
  <Notes>1</Notes>
  <HiddenSlides>0</HiddenSlides>
  <MMClips>0</MMClips>
  <ScaleCrop>false</ScaleCrop>
  <HeadingPairs>
    <vt:vector size="8" baseType="variant">
      <vt:variant>
        <vt:lpstr>Fuentes usadas</vt:lpstr>
      </vt:variant>
      <vt:variant>
        <vt:i4>6</vt:i4>
      </vt:variant>
      <vt:variant>
        <vt:lpstr>Tema</vt:lpstr>
      </vt:variant>
      <vt:variant>
        <vt:i4>2</vt:i4>
      </vt:variant>
      <vt:variant>
        <vt:lpstr>Servidores OLE incrustados</vt:lpstr>
      </vt:variant>
      <vt:variant>
        <vt:i4>1</vt:i4>
      </vt:variant>
      <vt:variant>
        <vt:lpstr>Títulos de diapositiva</vt:lpstr>
      </vt:variant>
      <vt:variant>
        <vt:i4>1</vt:i4>
      </vt:variant>
    </vt:vector>
  </HeadingPairs>
  <TitlesOfParts>
    <vt:vector size="10" baseType="lpstr">
      <vt:lpstr>Arial</vt:lpstr>
      <vt:lpstr>Calibri</vt:lpstr>
      <vt:lpstr>ForFuture Sans</vt:lpstr>
      <vt:lpstr>Playfair Display</vt:lpstr>
      <vt:lpstr>Soho Gothic Pro</vt:lpstr>
      <vt:lpstr>Soho Gothic Pro Light</vt:lpstr>
      <vt:lpstr>2_Portadas</vt:lpstr>
      <vt:lpstr>CONTENIDO</vt:lpstr>
      <vt:lpstr>Diapositiva de think-cell</vt:lpstr>
      <vt:lpstr>{{NombreApellido}}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Consultant Andrés Fajardo</dc:title>
  <dc:creator>Rivarola Figueroa, Piero</dc:creator>
  <cp:lastModifiedBy>Bernal Cubillas, Nelson Eduardo</cp:lastModifiedBy>
  <cp:revision>143</cp:revision>
  <dcterms:created xsi:type="dcterms:W3CDTF">2023-06-22T21:06:06Z</dcterms:created>
  <dcterms:modified xsi:type="dcterms:W3CDTF">2026-04-08T23:01:42Z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0x010100B07F972F34DBBF47A2F8555B5E9D27D2</vt:lpwstr>
  </property>
  <property fmtid="{D5CDD505-2E9C-101B-9397-08002B2CF9AE}" pid="3" name="MediaServiceImageTags">
    <vt:lpwstr/>
  </property>
</Properties>
</file>