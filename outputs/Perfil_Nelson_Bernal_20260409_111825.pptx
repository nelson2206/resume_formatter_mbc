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59" d="100"/>
          <a:sy n="59" d="100"/>
        </p:scale>
        <p:origin x="7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custSel modSld">
      <pc:chgData name="Bernal Cubillas, Nelson Eduardo" userId="80dca19b-7620-4a8a-8a4a-74ed424ff3cf" providerId="ADAL" clId="{32BBAB07-2159-46C7-9B6D-E3769CDAC38B}" dt="2026-04-08T23:05:13.286" v="604" actId="14100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8T23:05:13.286" v="604" actId="14100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8T22:40:40.920" v="395" actId="20577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2:54:17.577" v="546" actId="20577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2:57:15.782" v="566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8T22:45:30.852" v="540" actId="14100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8T23:01:23.728" v="575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8T23:01:30.500" v="594" actId="1036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8T22:59:31.320" v="574" actId="1036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8/04/2026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394983" y="2534962"/>
            <a:ext cx="4791835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110279" y="-765430"/>
            <a:ext cx="1781317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49275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Nelson Bernal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323850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Gerente de IA con experiencia en liderazgo de proyectos de innovación y diseño de roadmaps de implementación. Experto en optimización de procesos y eficiencia operativa en el sector bancario.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2089828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M.B.A., Emory University, 2025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Ingeniero Industrial, PUCP, 2016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Lean Six Sigma Black Belt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Design Thinking</a:t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887697"/>
            <a:ext cx="3211034" cy="1947641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Python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Power BI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Lean Six Sigma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Scrum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Design Thinking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/>
          <p:nvPr/>
        </p:nvCxnSpPr>
        <p:spPr>
          <a:xfrm>
            <a:off x="335360" y="3898099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 e Inglés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090871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Manager | Inteligencia Artificial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294096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Promovido como el gerente más joven en Latam, liderando las prácticas de Inteligencia Artificial (IA) y Banca Corporativa en Minsait.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Gestioné un equipo de 62 consultores, contribuyendo al crecimiento de la oficina de Perú en 7.5x en 2 años.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una herramienta de conciliación entre contabilidad y gestión que generó USD 12.5M en ahorros para un banco de primer nivel.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Lancé un canal digital prime banking aumentando la efectividad comercial en 60%.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Lideré proyectos estratégicos para un banco top del país, trabajando con la C-suite para lanzar una tarjeta corporativa.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Incrementé el volumen de operaciones FX y optimicé la priorización comercial logrando USD 10M en ahorros.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Diseñé la hoja de ruta nacional de Open Banking junto al Banco Central de Reserva del Perú mediante talleres multisectoriales.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Definí el modelo de iniciación de pagos, involucrando a más de 40 compañías del sector.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Incrementé en 4% las ventas nacionales de un banco al liderar la transformación del proceso comercial para 2,000 ejecutivos.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Contribuí a los USD 5.7M en ahorros contables mediante la revisión de asientos contables e identificación de ineficiencias operativas.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Rediseñé procesos de atención al cliente en Credicorp, reduciendo tiempos de respuesta en 80% mediante automatización.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un sistema de saldos financieros en tiempo real utilizando SQL y BI para monitorear transacciones de hasta USD 100M.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1102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2026-04-08T23:05:21Z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