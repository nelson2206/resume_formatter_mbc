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de Negocios con más de 3 años de experiencia en Data Science. Especializado en optimización de flujos de datos y analítica avanzada para la banca. Experto en diseño de modelos TO-BE y dashboards.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 -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