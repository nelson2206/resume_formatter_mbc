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898" r:id="rId5"/>
  </p:sldMasterIdLst>
  <p:notesMasterIdLst>
    <p:notesMasterId r:id="rId7"/>
  </p:notesMasterIdLst>
  <p:sldIdLst>
    <p:sldId id="786" r:id="rId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920BCB-79B9-4067-9D0B-E75C523BA82C}" v="31" dt="2026-04-08T22:54:10.9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28" autoAdjust="0"/>
    <p:restoredTop sz="94660"/>
  </p:normalViewPr>
  <p:slideViewPr>
    <p:cSldViewPr snapToGrid="0">
      <p:cViewPr varScale="1">
        <p:scale>
          <a:sx n="70" d="100"/>
          <a:sy n="70" d="100"/>
        </p:scale>
        <p:origin x="32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razona Damian, Darlyn Isabel" userId="S::ditarazona@minsait.com::0a12066a-91b6-409f-86e9-251b8fc28aeb" providerId="AD" clId="Web-{5C19CDDE-3C67-2AD1-6B58-638D625F7F83}"/>
    <pc:docChg chg="modSld">
      <pc:chgData name="Tarazona Damian, Darlyn Isabel" userId="S::ditarazona@minsait.com::0a12066a-91b6-409f-86e9-251b8fc28aeb" providerId="AD" clId="Web-{5C19CDDE-3C67-2AD1-6B58-638D625F7F83}" dt="2026-03-27T12:30:54.212" v="74" actId="14100"/>
      <pc:docMkLst>
        <pc:docMk/>
      </pc:docMkLst>
      <pc:sldChg chg="modSp">
        <pc:chgData name="Tarazona Damian, Darlyn Isabel" userId="S::ditarazona@minsait.com::0a12066a-91b6-409f-86e9-251b8fc28aeb" providerId="AD" clId="Web-{5C19CDDE-3C67-2AD1-6B58-638D625F7F83}" dt="2026-03-27T12:30:54.212" v="74" actId="14100"/>
        <pc:sldMkLst>
          <pc:docMk/>
          <pc:sldMk cId="2513515205" sldId="786"/>
        </pc:sldMkLst>
        <pc:spChg chg="mod">
          <ac:chgData name="Tarazona Damian, Darlyn Isabel" userId="S::ditarazona@minsait.com::0a12066a-91b6-409f-86e9-251b8fc28aeb" providerId="AD" clId="Web-{5C19CDDE-3C67-2AD1-6B58-638D625F7F83}" dt="2026-03-27T12:30:36.446" v="68" actId="20577"/>
          <ac:spMkLst>
            <pc:docMk/>
            <pc:sldMk cId="2513515205" sldId="786"/>
            <ac:spMk id="9" creationId="{00000000-0000-0000-0000-000000000000}"/>
          </ac:spMkLst>
        </pc:spChg>
      </pc:sldChg>
    </pc:docChg>
  </pc:docChgLst>
  <pc:docChgLst>
    <pc:chgData name="Bernal Cubillas, Nelson Eduardo" userId="80dca19b-7620-4a8a-8a4a-74ed424ff3cf" providerId="ADAL" clId="{32BBAB07-2159-46C7-9B6D-E3769CDAC38B}"/>
    <pc:docChg chg="undo redo custSel modSld">
      <pc:chgData name="Bernal Cubillas, Nelson Eduardo" userId="80dca19b-7620-4a8a-8a4a-74ed424ff3cf" providerId="ADAL" clId="{32BBAB07-2159-46C7-9B6D-E3769CDAC38B}" dt="2026-04-09T17:15:20.797" v="712" actId="1036"/>
      <pc:docMkLst>
        <pc:docMk/>
      </pc:docMkLst>
      <pc:sldChg chg="addSp delSp modSp mod">
        <pc:chgData name="Bernal Cubillas, Nelson Eduardo" userId="80dca19b-7620-4a8a-8a4a-74ed424ff3cf" providerId="ADAL" clId="{32BBAB07-2159-46C7-9B6D-E3769CDAC38B}" dt="2026-04-09T17:15:20.797" v="712" actId="1036"/>
        <pc:sldMkLst>
          <pc:docMk/>
          <pc:sldMk cId="2513515205" sldId="786"/>
        </pc:sldMkLst>
        <pc:spChg chg="mod">
          <ac:chgData name="Bernal Cubillas, Nelson Eduardo" userId="80dca19b-7620-4a8a-8a4a-74ed424ff3cf" providerId="ADAL" clId="{32BBAB07-2159-46C7-9B6D-E3769CDAC38B}" dt="2026-04-09T17:13:38.162" v="706" actId="1035"/>
          <ac:spMkLst>
            <pc:docMk/>
            <pc:sldMk cId="2513515205" sldId="786"/>
            <ac:spMk id="2" creationId="{00000000-0000-0000-0000-000000000000}"/>
          </ac:spMkLst>
        </pc:spChg>
        <pc:spChg chg="add mod">
          <ac:chgData name="Bernal Cubillas, Nelson Eduardo" userId="80dca19b-7620-4a8a-8a4a-74ed424ff3cf" providerId="ADAL" clId="{32BBAB07-2159-46C7-9B6D-E3769CDAC38B}" dt="2026-04-08T22:14:04.707" v="346" actId="1076"/>
          <ac:spMkLst>
            <pc:docMk/>
            <pc:sldMk cId="2513515205" sldId="786"/>
            <ac:spMk id="3" creationId="{409311DE-1EB3-95F5-C9BF-FAFE18BB970E}"/>
          </ac:spMkLst>
        </pc:spChg>
        <pc:spChg chg="add mod">
          <ac:chgData name="Bernal Cubillas, Nelson Eduardo" userId="80dca19b-7620-4a8a-8a4a-74ed424ff3cf" providerId="ADAL" clId="{32BBAB07-2159-46C7-9B6D-E3769CDAC38B}" dt="2026-04-08T23:05:13.286" v="604" actId="14100"/>
          <ac:spMkLst>
            <pc:docMk/>
            <pc:sldMk cId="2513515205" sldId="786"/>
            <ac:spMk id="4" creationId="{352F5EBC-81D3-03E4-B2F1-389198AB070D}"/>
          </ac:spMkLst>
        </pc:spChg>
        <pc:spChg chg="add mod">
          <ac:chgData name="Bernal Cubillas, Nelson Eduardo" userId="80dca19b-7620-4a8a-8a4a-74ed424ff3cf" providerId="ADAL" clId="{32BBAB07-2159-46C7-9B6D-E3769CDAC38B}" dt="2026-04-08T23:01:33.120" v="596" actId="1035"/>
          <ac:spMkLst>
            <pc:docMk/>
            <pc:sldMk cId="2513515205" sldId="786"/>
            <ac:spMk id="5" creationId="{E5A60686-9930-3A2F-E83E-FD51EFD6C0FA}"/>
          </ac:spMkLst>
        </pc:spChg>
        <pc:spChg chg="mod">
          <ac:chgData name="Bernal Cubillas, Nelson Eduardo" userId="80dca19b-7620-4a8a-8a4a-74ed424ff3cf" providerId="ADAL" clId="{32BBAB07-2159-46C7-9B6D-E3769CDAC38B}" dt="2026-04-08T22:44:33.970" v="536" actId="20577"/>
          <ac:spMkLst>
            <pc:docMk/>
            <pc:sldMk cId="2513515205" sldId="786"/>
            <ac:spMk id="9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13:34.196" v="704" actId="1035"/>
          <ac:spMkLst>
            <pc:docMk/>
            <pc:sldMk cId="2513515205" sldId="786"/>
            <ac:spMk id="13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1.715" v="689" actId="1036"/>
          <ac:spMkLst>
            <pc:docMk/>
            <pc:sldMk cId="2513515205" sldId="786"/>
            <ac:spMk id="20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9.301" v="695" actId="1035"/>
          <ac:spMkLst>
            <pc:docMk/>
            <pc:sldMk cId="2513515205" sldId="786"/>
            <ac:spMk id="21" creationId="{00000000-0000-0000-0000-000000000000}"/>
          </ac:spMkLst>
        </pc:spChg>
        <pc:spChg chg="del mod">
          <ac:chgData name="Bernal Cubillas, Nelson Eduardo" userId="80dca19b-7620-4a8a-8a4a-74ed424ff3cf" providerId="ADAL" clId="{32BBAB07-2159-46C7-9B6D-E3769CDAC38B}" dt="2026-04-08T22:13:44.348" v="287"/>
          <ac:spMkLst>
            <pc:docMk/>
            <pc:sldMk cId="2513515205" sldId="786"/>
            <ac:spMk id="22" creationId="{00000000-0000-0000-0000-000000000000}"/>
          </ac:spMkLst>
        </pc:spChg>
        <pc:spChg chg="add del mod">
          <ac:chgData name="Bernal Cubillas, Nelson Eduardo" userId="80dca19b-7620-4a8a-8a4a-74ed424ff3cf" providerId="ADAL" clId="{32BBAB07-2159-46C7-9B6D-E3769CDAC38B}" dt="2026-04-08T22:41:54.468" v="450" actId="478"/>
          <ac:spMkLst>
            <pc:docMk/>
            <pc:sldMk cId="2513515205" sldId="786"/>
            <ac:spMk id="27" creationId="{D58EC518-9311-2EFB-451F-C9EA6AE0A31C}"/>
          </ac:spMkLst>
        </pc:spChg>
        <pc:spChg chg="add del mod">
          <ac:chgData name="Bernal Cubillas, Nelson Eduardo" userId="80dca19b-7620-4a8a-8a4a-74ed424ff3cf" providerId="ADAL" clId="{32BBAB07-2159-46C7-9B6D-E3769CDAC38B}" dt="2026-04-08T22:54:07.279" v="541" actId="478"/>
          <ac:spMkLst>
            <pc:docMk/>
            <pc:sldMk cId="2513515205" sldId="786"/>
            <ac:spMk id="28" creationId="{CEC88605-79F8-AD26-E7AD-92650CBC4E5D}"/>
          </ac:spMkLst>
        </pc:spChg>
        <pc:spChg chg="add del mod">
          <ac:chgData name="Bernal Cubillas, Nelson Eduardo" userId="80dca19b-7620-4a8a-8a4a-74ed424ff3cf" providerId="ADAL" clId="{32BBAB07-2159-46C7-9B6D-E3769CDAC38B}" dt="2026-04-08T22:42:47.402" v="505" actId="478"/>
          <ac:spMkLst>
            <pc:docMk/>
            <pc:sldMk cId="2513515205" sldId="786"/>
            <ac:spMk id="30" creationId="{BEF9FF97-375A-C0E5-842E-60FF4770C7C6}"/>
          </ac:spMkLst>
        </pc:spChg>
        <pc:spChg chg="add mod">
          <ac:chgData name="Bernal Cubillas, Nelson Eduardo" userId="80dca19b-7620-4a8a-8a4a-74ed424ff3cf" providerId="ADAL" clId="{32BBAB07-2159-46C7-9B6D-E3769CDAC38B}" dt="2026-04-09T17:15:20.797" v="712" actId="1036"/>
          <ac:spMkLst>
            <pc:docMk/>
            <pc:sldMk cId="2513515205" sldId="786"/>
            <ac:spMk id="31" creationId="{AAF6E294-FA1E-71FD-C51A-7217518E89F0}"/>
          </ac:spMkLst>
        </pc:spChg>
        <pc:grpChg chg="mod">
          <ac:chgData name="Bernal Cubillas, Nelson Eduardo" userId="80dca19b-7620-4a8a-8a4a-74ed424ff3cf" providerId="ADAL" clId="{32BBAB07-2159-46C7-9B6D-E3769CDAC38B}" dt="2026-04-09T17:05:13.718" v="673" actId="14100"/>
          <ac:grpSpMkLst>
            <pc:docMk/>
            <pc:sldMk cId="2513515205" sldId="786"/>
            <ac:grpSpMk id="7" creationId="{E440AF01-6A91-899B-AF3B-3E15D8983490}"/>
          </ac:grpSpMkLst>
        </pc:grpChg>
        <pc:grpChg chg="mod">
          <ac:chgData name="Bernal Cubillas, Nelson Eduardo" userId="80dca19b-7620-4a8a-8a4a-74ed424ff3cf" providerId="ADAL" clId="{32BBAB07-2159-46C7-9B6D-E3769CDAC38B}" dt="2026-04-09T17:05:16.868" v="674" actId="14100"/>
          <ac:grpSpMkLst>
            <pc:docMk/>
            <pc:sldMk cId="2513515205" sldId="786"/>
            <ac:grpSpMk id="18" creationId="{91760BEE-0FAE-A79E-3E4F-A4D3F1224F18}"/>
          </ac:grpSpMkLst>
        </pc:grpChg>
        <pc:cxnChg chg="add mod">
          <ac:chgData name="Bernal Cubillas, Nelson Eduardo" userId="80dca19b-7620-4a8a-8a4a-74ed424ff3cf" providerId="ADAL" clId="{32BBAB07-2159-46C7-9B6D-E3769CDAC38B}" dt="2026-04-08T22:13:57.700" v="344"/>
          <ac:cxnSpMkLst>
            <pc:docMk/>
            <pc:sldMk cId="2513515205" sldId="786"/>
            <ac:cxnSpMk id="4" creationId="{18A4B900-EF79-A0DD-D417-308B155A85B7}"/>
          </ac:cxnSpMkLst>
        </pc:cxnChg>
        <pc:cxnChg chg="add mod">
          <ac:chgData name="Bernal Cubillas, Nelson Eduardo" userId="80dca19b-7620-4a8a-8a4a-74ed424ff3cf" providerId="ADAL" clId="{32BBAB07-2159-46C7-9B6D-E3769CDAC38B}" dt="2026-04-09T17:05:08.645" v="672" actId="1035"/>
          <ac:cxnSpMkLst>
            <pc:docMk/>
            <pc:sldMk cId="2513515205" sldId="786"/>
            <ac:cxnSpMk id="6" creationId="{D943292E-9A8F-42A7-142C-4AC284833004}"/>
          </ac:cxnSpMkLst>
        </pc:cxnChg>
        <pc:cxnChg chg="del">
          <ac:chgData name="Bernal Cubillas, Nelson Eduardo" userId="80dca19b-7620-4a8a-8a4a-74ed424ff3cf" providerId="ADAL" clId="{32BBAB07-2159-46C7-9B6D-E3769CDAC38B}" dt="2026-04-08T22:13:30.970" v="267" actId="478"/>
          <ac:cxnSpMkLst>
            <pc:docMk/>
            <pc:sldMk cId="2513515205" sldId="786"/>
            <ac:cxnSpMk id="28" creationId="{30B357CF-A983-E219-B526-FCC6D7384172}"/>
          </ac:cxnSpMkLst>
        </pc:cxnChg>
        <pc:cxnChg chg="mod">
          <ac:chgData name="Bernal Cubillas, Nelson Eduardo" userId="80dca19b-7620-4a8a-8a4a-74ed424ff3cf" providerId="ADAL" clId="{32BBAB07-2159-46C7-9B6D-E3769CDAC38B}" dt="2026-04-09T17:05:29.301" v="695" actId="1035"/>
          <ac:cxnSpMkLst>
            <pc:docMk/>
            <pc:sldMk cId="2513515205" sldId="786"/>
            <ac:cxnSpMk id="29" creationId="{D86ACD69-F72C-A636-DAE8-8C7F0CC91046}"/>
          </ac:cxnSpMkLst>
        </pc:cxn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DA9F05-40AB-4571-8EB2-4EF0719A4AC0}" type="datetimeFigureOut">
              <a:rPr lang="es-PE" smtClean="0"/>
              <a:t>9/04/2026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E86913-C647-4E0A-BC23-6752B8164C0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78692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01BFE9-5FDD-E045-9186-025D41341214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+mn-cs"/>
              </a:rPr>
              <a:pPr marL="0" marR="0" lvl="0" indent="0" algn="r" defTabSz="9137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ho Gothic Pro Light" panose="020B030303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941004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tags" Target="../tags/tag10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de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5373906"/>
              </p:ext>
            </p:ext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 bwMode="auto"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400" dirty="0">
              <a:solidFill>
                <a:srgbClr val="FFFFFF"/>
              </a:solidFill>
              <a:latin typeface="Playfair Display" panose="00000500000000000000" pitchFamily="2" charset="0"/>
              <a:sym typeface="Playfair Display" panose="00000500000000000000" pitchFamily="2" charset="0"/>
            </a:endParaRP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9" name="12 Marcador de texto"/>
          <p:cNvSpPr>
            <a:spLocks noGrp="1"/>
          </p:cNvSpPr>
          <p:nvPr>
            <p:ph type="body" sz="quarter" idx="13"/>
          </p:nvPr>
        </p:nvSpPr>
        <p:spPr bwMode="auto"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Soho Gothic Pro Light" panose="020B03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 dirty="0"/>
              <a:t>Editar el estilo de texto del patrón</a:t>
            </a:r>
          </a:p>
        </p:txBody>
      </p:sp>
      <p:grpSp>
        <p:nvGrpSpPr>
          <p:cNvPr id="6" name="Grupo 5"/>
          <p:cNvGrpSpPr/>
          <p:nvPr userDrawn="1"/>
        </p:nvGrpSpPr>
        <p:grpSpPr bwMode="auto"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 bwMode="auto"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 bwMode="auto"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pPr defTabSz="913790"/>
            <a:endParaRPr lang="es-ES" sz="2397" dirty="0">
              <a:solidFill>
                <a:srgbClr val="1A3B47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rgbClr val="FFFFFF"/>
                </a:solidFill>
                <a:latin typeface="Soho Gothic Pro Light" panose="020B0303030504020204" pitchFamily="34" charset="0"/>
              </a:rPr>
              <a:pPr algn="r"/>
              <a:t>‹Nº›</a:t>
            </a:fld>
            <a:endParaRPr lang="es-ES" sz="1066" dirty="0">
              <a:solidFill>
                <a:srgbClr val="FFFFFF"/>
              </a:solidFill>
              <a:latin typeface="Soho Gothic Pro Light" panose="020B0303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341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Gris Cerám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8680"/>
            <a:ext cx="11521678" cy="87312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0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793502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Subtítulo Sup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088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4"/>
            <a:ext cx="5649040" cy="730885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0"/>
            <a:ext cx="0" cy="128016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495684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6265991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Subtítulo Superi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5850912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 O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387813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Oscuro + Subtítulo Superio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1837823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Full Imag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1A9EE3D-B4AD-8855-3152-4DC56FBFF4F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1A9EE3D-B4AD-8855-3152-4DC56FBFF4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>
            <a:extLst>
              <a:ext uri="{FF2B5EF4-FFF2-40B4-BE49-F238E27FC236}">
                <a16:creationId xmlns:a16="http://schemas.microsoft.com/office/drawing/2014/main" id="{862C30EB-A8A5-ADC7-EAE0-6E3C27C4CF2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53E28BB8-EFBC-52F9-B7FB-3904A5B46B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7DA0257D-61DE-5AD4-72B6-82A1E3FA0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C6541784-BE2F-DB99-E8DE-42C957AC0C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81748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Full Imag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7D6E8E78-C3CA-7998-A02A-FCE5AF19F3C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6E8E78-C3CA-7998-A02A-FCE5AF19F3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A1A089FD-E00A-F388-7AE9-A468F894F7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4F062A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8473D308-E059-A9EE-4D01-C9615B91E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585270A-17FB-64B2-247F-FA6D394954B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DD7B5994-B1B2-7562-2AB4-760726B85A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1058469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Full-Siz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3534483-BFEA-6F98-4C59-C1E0C00033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EC4A452-E1E1-0A97-D33D-DFD97CAED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6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966537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ací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3507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zul sin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412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la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>
            <a:lum/>
          </a:blip>
          <a:stretch>
            <a:fillRect/>
          </a:stretch>
        </p:blipFill>
        <p:spPr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endParaRPr lang="es-ES" sz="2397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02422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parata 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75710" y="196743"/>
            <a:ext cx="2377147" cy="1706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42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00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536567" y="0"/>
            <a:ext cx="0" cy="6040607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8671407D-3B9B-FF8A-37EA-30EE0C518B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360" y="368300"/>
            <a:ext cx="8678517" cy="14397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Título de separata principal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8C8A5741-4FF6-86D0-90BB-0EC0EAEF3C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5360" y="1844824"/>
            <a:ext cx="8678517" cy="515109"/>
          </a:xfrm>
          <a:prstGeom prst="rect">
            <a:avLst/>
          </a:prstGeom>
        </p:spPr>
        <p:txBody>
          <a:bodyPr lIns="7200" tIns="7200" rIns="0" b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Subtítulo de separata principal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1CDFAF28-3BE3-EF12-BFFA-0C292B7FDA3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0EC02127-9AC3-A7BA-DB8C-D1274E12B9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" name="Freeform 7">
              <a:extLst>
                <a:ext uri="{FF2B5EF4-FFF2-40B4-BE49-F238E27FC236}">
                  <a16:creationId xmlns:a16="http://schemas.microsoft.com/office/drawing/2014/main" id="{05BFE8A2-ACDF-E117-B810-929FD09A3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8808699D-C225-09BB-32CB-45775BF5EC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2332121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4.xml"/><Relationship Id="rId14" Type="http://schemas.openxmlformats.org/officeDocument/2006/relationships/theme" Target="../theme/theme2.xml"/><Relationship Id="rId15" Type="http://schemas.openxmlformats.org/officeDocument/2006/relationships/tags" Target="../tags/tag4.xml"/><Relationship Id="rId16" Type="http://schemas.openxmlformats.org/officeDocument/2006/relationships/oleObject" Target="../embeddings/oleObject3.bin"/><Relationship Id="rId17" Type="http://schemas.openxmlformats.org/officeDocument/2006/relationships/image" Target="../media/image4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5797035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421" imgH="423" progId="TCLayout.ActiveDocument.1">
                  <p:embed/>
                </p:oleObj>
              </mc:Choice>
              <mc:Fallback>
                <p:oleObj name="Diapositiva de think-cell" r:id="rId4" imgW="421" imgH="423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6672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913897" rtl="0" eaLnBrk="1" latinLnBrk="0" hangingPunct="1">
        <a:lnSpc>
          <a:spcPct val="90000"/>
        </a:lnSpc>
        <a:spcBef>
          <a:spcPct val="0"/>
        </a:spcBef>
        <a:buNone/>
        <a:defRPr sz="4664" kern="1200">
          <a:solidFill>
            <a:schemeClr val="tx1"/>
          </a:solidFill>
          <a:latin typeface="Playfair Display" pitchFamily="2" charset="77"/>
          <a:ea typeface="+mj-ea"/>
          <a:cs typeface="+mj-cs"/>
        </a:defRPr>
      </a:lvl1pPr>
    </p:titleStyle>
    <p:bodyStyle>
      <a:lvl1pPr marL="228474" indent="-228474" algn="l" defTabSz="913897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1999" b="0" i="0" kern="1200">
          <a:solidFill>
            <a:schemeClr val="tx1"/>
          </a:solidFill>
          <a:latin typeface="Soho Gothic Pro Light" panose="020B0303030504020204" pitchFamily="34" charset="77"/>
          <a:ea typeface="+mn-ea"/>
          <a:cs typeface="+mn-cs"/>
        </a:defRPr>
      </a:lvl1pPr>
      <a:lvl2pPr marL="68542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371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320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268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217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166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114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06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49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897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846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794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743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691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64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588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5">
          <p15:clr>
            <a:srgbClr val="F26B43"/>
          </p15:clr>
        </p15:guide>
        <p15:guide id="2" orient="horz" pos="4035">
          <p15:clr>
            <a:srgbClr val="F26B43"/>
          </p15:clr>
        </p15:guide>
        <p15:guide id="3" pos="3840">
          <p15:clr>
            <a:srgbClr val="F26B43"/>
          </p15:clr>
        </p15:guide>
        <p15:guide id="4" pos="7468">
          <p15:clr>
            <a:srgbClr val="F26B43"/>
          </p15:clr>
        </p15:guide>
        <p15:guide id="5" pos="212">
          <p15:clr>
            <a:srgbClr val="F26B43"/>
          </p15:clr>
        </p15:guide>
        <p15:guide id="6" orient="horz" pos="769">
          <p15:clr>
            <a:srgbClr val="F26B43"/>
          </p15:clr>
        </p15:guide>
        <p15:guide id="7" orient="horz" pos="361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D09E399-3561-B977-D5DC-7AD154CF90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6" imgW="306" imgH="306" progId="TCLayout.ActiveDocument.1">
                  <p:embed/>
                </p:oleObj>
              </mc:Choice>
              <mc:Fallback>
                <p:oleObj name="Diapositiva de think-cell" r:id="rId16" imgW="306" imgH="30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D09E399-3561-B977-D5DC-7AD154CF90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99C91ED4-1BBC-2208-ADD9-0A031E1B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549274"/>
            <a:ext cx="10515599" cy="98769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1"/>
              <a:t>Haga clic para modificar el estilo de título del patrón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B3E8317-C082-8622-32FC-F11CF3837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360" y="1825625"/>
            <a:ext cx="10515600" cy="40563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1"/>
              <a:t>Haga clic para modificar los estilos de texto del patrón</a:t>
            </a:r>
          </a:p>
          <a:p>
            <a:pPr lvl="1"/>
            <a:r>
              <a:rPr lang="en-GB" noProof="1"/>
              <a:t>Segundo nivel</a:t>
            </a:r>
          </a:p>
          <a:p>
            <a:pPr lvl="2"/>
            <a:r>
              <a:rPr lang="en-GB" noProof="1"/>
              <a:t>Tercer nivel</a:t>
            </a:r>
          </a:p>
          <a:p>
            <a:pPr lvl="3"/>
            <a:r>
              <a:rPr lang="en-GB" noProof="1"/>
              <a:t>Cuarto nivel</a:t>
            </a:r>
          </a:p>
          <a:p>
            <a:pPr lvl="4"/>
            <a:r>
              <a:rPr lang="en-GB" noProof="1"/>
              <a:t>Quinto nivel</a:t>
            </a:r>
          </a:p>
        </p:txBody>
      </p:sp>
      <p:sp>
        <p:nvSpPr>
          <p:cNvPr id="21" name="Marcador de pie de página 2">
            <a:extLst>
              <a:ext uri="{FF2B5EF4-FFF2-40B4-BE49-F238E27FC236}">
                <a16:creationId xmlns:a16="http://schemas.microsoft.com/office/drawing/2014/main" id="{DBFEAADD-FA30-EAB3-7735-AD0E306B67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5932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  <p:sldLayoutId id="2147484027" r:id="rId2"/>
    <p:sldLayoutId id="2147484025" r:id="rId3"/>
    <p:sldLayoutId id="2147484028" r:id="rId4"/>
    <p:sldLayoutId id="2147484026" r:id="rId5"/>
    <p:sldLayoutId id="2147484029" r:id="rId6"/>
    <p:sldLayoutId id="2147483932" r:id="rId7"/>
    <p:sldLayoutId id="2147484024" r:id="rId8"/>
    <p:sldLayoutId id="2147483933" r:id="rId9"/>
    <p:sldLayoutId id="2147483944" r:id="rId10"/>
    <p:sldLayoutId id="2147484034" r:id="rId11"/>
    <p:sldLayoutId id="2147484035" r:id="rId12"/>
    <p:sldLayoutId id="2147484039" r:id="rId13"/>
  </p:sldLayoutIdLst>
  <p:hf sldNum="0" hdr="0" dt="0"/>
  <p:txStyles>
    <p:titleStyle>
      <a:lvl1pPr algn="l" defTabSz="914377" rtl="0" eaLnBrk="1" latinLnBrk="0" hangingPunct="1">
        <a:lnSpc>
          <a:spcPct val="85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96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12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828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044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11">
          <p15:clr>
            <a:srgbClr val="F26B43"/>
          </p15:clr>
        </p15:guide>
        <p15:guide id="4" pos="7469">
          <p15:clr>
            <a:srgbClr val="F26B43"/>
          </p15:clr>
        </p15:guide>
        <p15:guide id="5" orient="horz" pos="3929">
          <p15:clr>
            <a:srgbClr val="F26B43"/>
          </p15:clr>
        </p15:guide>
        <p15:guide id="6" orient="horz" pos="346" userDrawn="1">
          <p15:clr>
            <a:srgbClr val="F26B43"/>
          </p15:clr>
        </p15:guide>
        <p15:guide id="7" orient="horz" pos="201" userDrawn="1">
          <p15:clr>
            <a:srgbClr val="F26B43"/>
          </p15:clr>
        </p15:guide>
        <p15:guide id="8" orient="horz" pos="411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tags" Target="../tags/tag1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Relationship Id="rId5" Type="http://schemas.openxmlformats.org/officeDocument/2006/relationships/oleObject" Target="../embeddings/oleObject6.bin"/><Relationship Id="rId6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o 17">
            <a:extLst>
              <a:ext uri="{FF2B5EF4-FFF2-40B4-BE49-F238E27FC236}">
                <a16:creationId xmlns:a16="http://schemas.microsoft.com/office/drawing/2014/main" id="{91760BEE-0FAE-A79E-3E4F-A4D3F1224F18}"/>
              </a:ext>
            </a:extLst>
          </p:cNvPr>
          <p:cNvGrpSpPr/>
          <p:nvPr/>
        </p:nvGrpSpPr>
        <p:grpSpPr>
          <a:xfrm rot="5400000">
            <a:off x="-649110" y="2280838"/>
            <a:ext cx="5300084" cy="3583209"/>
            <a:chOff x="149189" y="365280"/>
            <a:chExt cx="4306639" cy="3583209"/>
          </a:xfrm>
        </p:grpSpPr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6ACA4D02-D2B5-27CF-E311-D2425B7FAE91}"/>
                </a:ext>
              </a:extLst>
            </p:cNvPr>
            <p:cNvSpPr/>
            <p:nvPr/>
          </p:nvSpPr>
          <p:spPr>
            <a:xfrm flipV="1">
              <a:off x="149189" y="365280"/>
              <a:ext cx="4306639" cy="358320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23" name="Triángulo rectángulo 22">
              <a:extLst>
                <a:ext uri="{FF2B5EF4-FFF2-40B4-BE49-F238E27FC236}">
                  <a16:creationId xmlns:a16="http://schemas.microsoft.com/office/drawing/2014/main" id="{32C3B403-9C00-8FF1-BFA7-CF36C04A2803}"/>
                </a:ext>
              </a:extLst>
            </p:cNvPr>
            <p:cNvSpPr/>
            <p:nvPr/>
          </p:nvSpPr>
          <p:spPr>
            <a:xfrm flipH="1" flipV="1">
              <a:off x="4357251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Triángulo rectángulo 23">
              <a:extLst>
                <a:ext uri="{FF2B5EF4-FFF2-40B4-BE49-F238E27FC236}">
                  <a16:creationId xmlns:a16="http://schemas.microsoft.com/office/drawing/2014/main" id="{CAFE1B43-3330-449F-7E90-3B2EBAE9F3B5}"/>
                </a:ext>
              </a:extLst>
            </p:cNvPr>
            <p:cNvSpPr/>
            <p:nvPr/>
          </p:nvSpPr>
          <p:spPr>
            <a:xfrm flipH="1">
              <a:off x="4357251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5" name="Triángulo rectángulo 24">
              <a:extLst>
                <a:ext uri="{FF2B5EF4-FFF2-40B4-BE49-F238E27FC236}">
                  <a16:creationId xmlns:a16="http://schemas.microsoft.com/office/drawing/2014/main" id="{BCF559AA-8A2E-2931-A8FF-1E37F8A49D18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Triángulo rectángulo 25">
              <a:extLst>
                <a:ext uri="{FF2B5EF4-FFF2-40B4-BE49-F238E27FC236}">
                  <a16:creationId xmlns:a16="http://schemas.microsoft.com/office/drawing/2014/main" id="{C3A0C8C8-9961-9E29-FC71-C4BB704D2B63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E440AF01-6A91-899B-AF3B-3E15D8983490}"/>
              </a:ext>
            </a:extLst>
          </p:cNvPr>
          <p:cNvGrpSpPr/>
          <p:nvPr/>
        </p:nvGrpSpPr>
        <p:grpSpPr>
          <a:xfrm rot="5400000">
            <a:off x="1357493" y="-1012645"/>
            <a:ext cx="1286885" cy="3583209"/>
            <a:chOff x="149189" y="365280"/>
            <a:chExt cx="1781317" cy="3583209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FECB80E2-78EB-6E69-C254-FF1DA2C84CD1}"/>
                </a:ext>
              </a:extLst>
            </p:cNvPr>
            <p:cNvSpPr/>
            <p:nvPr/>
          </p:nvSpPr>
          <p:spPr>
            <a:xfrm flipV="1">
              <a:off x="149189" y="365280"/>
              <a:ext cx="1781317" cy="3583203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11" name="Triángulo rectángulo 10">
              <a:extLst>
                <a:ext uri="{FF2B5EF4-FFF2-40B4-BE49-F238E27FC236}">
                  <a16:creationId xmlns:a16="http://schemas.microsoft.com/office/drawing/2014/main" id="{813231DD-2D28-9C17-ABDF-44DE2D862616}"/>
                </a:ext>
              </a:extLst>
            </p:cNvPr>
            <p:cNvSpPr/>
            <p:nvPr/>
          </p:nvSpPr>
          <p:spPr>
            <a:xfrm flipH="1" flipV="1">
              <a:off x="183192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riángulo rectángulo 11">
              <a:extLst>
                <a:ext uri="{FF2B5EF4-FFF2-40B4-BE49-F238E27FC236}">
                  <a16:creationId xmlns:a16="http://schemas.microsoft.com/office/drawing/2014/main" id="{B0B55E5C-66EB-0526-0ACF-376C0DECF091}"/>
                </a:ext>
              </a:extLst>
            </p:cNvPr>
            <p:cNvSpPr/>
            <p:nvPr/>
          </p:nvSpPr>
          <p:spPr>
            <a:xfrm flipH="1">
              <a:off x="183192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Triángulo rectángulo 14">
              <a:extLst>
                <a:ext uri="{FF2B5EF4-FFF2-40B4-BE49-F238E27FC236}">
                  <a16:creationId xmlns:a16="http://schemas.microsoft.com/office/drawing/2014/main" id="{C95DA073-EBE3-0D96-6A9B-E3C4576DFADB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Triángulo rectángulo 16">
              <a:extLst>
                <a:ext uri="{FF2B5EF4-FFF2-40B4-BE49-F238E27FC236}">
                  <a16:creationId xmlns:a16="http://schemas.microsoft.com/office/drawing/2014/main" id="{9204A2CB-1A94-B3EE-5185-836EAB3AEBBE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aphicFrame>
        <p:nvGraphicFramePr>
          <p:cNvPr id="14" name="Objeto 1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5" imgW="270" imgH="270" progId="TCLayout.ActiveDocument.1">
                  <p:embed/>
                </p:oleObj>
              </mc:Choice>
              <mc:Fallback>
                <p:oleObj name="Diapositiva de think-cell" r:id="rId5" imgW="270" imgH="270" progId="TCLayout.ActiveDocument.1">
                  <p:embed/>
                  <p:pic>
                    <p:nvPicPr>
                      <p:cNvPr id="14" name="Objeto 1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ángulo 15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kumimoji="0" lang="es-ES_tradnl" sz="2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3955179" y="455428"/>
            <a:ext cx="5386421" cy="38399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marR="0" lvl="0" indent="0" algn="l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Experiencia profesional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34963" y="530987"/>
            <a:ext cx="3457575" cy="873125"/>
          </a:xfrm>
        </p:spPr>
        <p:txBody>
          <a:bodyPr rIns="72000"/>
          <a:lstStyle/>
          <a:p>
            <a:pPr/>
            <a:r>
              <a:rPr sz="2400">
                <a:solidFill>
                  <a:srgbClr val="FFFFFF"/>
                </a:solidFill>
              </a:rPr>
              <a:t>Eva Rodríguez</a:t>
            </a:r>
            <a:endParaRPr lang="en-GB" sz="1800" dirty="0" err="1">
              <a:solidFill>
                <a:schemeClr val="bg1"/>
              </a:solidFill>
            </a:endParaRPr>
            <a:pPr/>
          </a:p>
        </p:txBody>
      </p:sp>
      <p:sp>
        <p:nvSpPr>
          <p:cNvPr id="13" name="Marcador de texto 2"/>
          <p:cNvSpPr>
            <a:spLocks noGrp="1"/>
          </p:cNvSpPr>
          <p:nvPr>
            <p:ph type="body" sz="quarter" idx="16"/>
          </p:nvPr>
        </p:nvSpPr>
        <p:spPr>
          <a:xfrm>
            <a:off x="334963" y="296418"/>
            <a:ext cx="11522075" cy="159018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CV perfiles equipo de trabajo</a:t>
            </a:r>
          </a:p>
        </p:txBody>
      </p:sp>
      <p:sp>
        <p:nvSpPr>
          <p:cNvPr id="9" name="Rectángulo 8"/>
          <p:cNvSpPr/>
          <p:nvPr/>
        </p:nvSpPr>
        <p:spPr>
          <a:xfrm>
            <a:off x="3935360" y="754872"/>
            <a:ext cx="7921279" cy="5647700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>
              <a:defRPr/>
            </a:pPr>
            <a:r>
              <a:rPr sz="1200"/>
              <a:t>Economista con más de 5 años de experiencia en el sistema financiero. Especializada en operaciones de tesorería, control de riesgos y mejora de procesos. Experiencia en data analytics y modelos predictivos.</a:t>
            </a:r>
            <a:endParaRPr lang="es-PE" sz="1200" dirty="0">
              <a:ea typeface="+mn-lt"/>
              <a:cs typeface="+mn-lt"/>
            </a:endParaRPr>
            <a:pPr>
              <a:defRPr/>
            </a:pPr>
          </a:p>
          <a:p>
            <a:pPr>
              <a:defRPr/>
            </a:pPr>
            <a:endParaRPr lang="es-PE" sz="1200" dirty="0"/>
          </a:p>
        </p:txBody>
      </p:sp>
      <p:sp>
        <p:nvSpPr>
          <p:cNvPr id="20" name="object 9"/>
          <p:cNvSpPr txBox="1"/>
          <p:nvPr/>
        </p:nvSpPr>
        <p:spPr>
          <a:xfrm>
            <a:off x="323799" y="1433022"/>
            <a:ext cx="3369366" cy="144821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Formación</a:t>
            </a:r>
            <a:r>
              <a:rPr kumimoji="0" lang="es-ES" sz="160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 </a:t>
            </a: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académica</a:t>
            </a:r>
          </a:p>
          <a:p>
            <a:pPr marL="228600" indent="-2286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Bachiller en Ciencias Financieras y Contables</a:t>
            </a:r>
          </a:p>
          <a:p>
            <a:pPr marL="228600" indent="-2286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/>
            </a:r>
          </a:p>
          <a:p>
            <a:pPr marL="12700">
              <a:spcBef>
                <a:spcPts val="610"/>
              </a:spcBef>
              <a:defRPr/>
            </a:pPr>
            <a:endParaRPr lang="es-PE" sz="1200" dirty="0"/>
          </a:p>
          <a:p>
            <a:pPr marL="12700">
              <a:spcBef>
                <a:spcPts val="610"/>
              </a:spcBef>
              <a:defRPr/>
            </a:pPr>
            <a:endParaRPr lang="es-ES" sz="1200" dirty="0"/>
          </a:p>
        </p:txBody>
      </p:sp>
      <p:sp>
        <p:nvSpPr>
          <p:cNvPr id="21" name="object 10"/>
          <p:cNvSpPr txBox="1"/>
          <p:nvPr/>
        </p:nvSpPr>
        <p:spPr>
          <a:xfrm>
            <a:off x="323799" y="3706889"/>
            <a:ext cx="3211034" cy="273180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>
            <a:defPPr>
              <a:defRPr lang="es-PE"/>
            </a:defPPr>
            <a:lvl1pPr marL="12700" marR="0" lvl="0" indent="0" fontAlgn="auto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i="0" u="none" strike="noStrike" cap="none" spc="0" normalizeH="0" baseline="0">
                <a:ln>
                  <a:noFill/>
                </a:ln>
                <a:effectLst/>
                <a:uLnTx/>
                <a:uFillTx/>
                <a:cs typeface="Soho Gothic Pro Light"/>
              </a:defRPr>
            </a:lvl1pPr>
          </a:lstStyle>
          <a:p>
            <a:r>
              <a:rPr lang="es-ES" dirty="0"/>
              <a:t>Conocimientos Clave</a:t>
            </a:r>
            <a:endParaRPr dirty="0"/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Murex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Power BI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Power Apps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Power Automate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SQL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Python</a:t>
            </a:r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D86ACD69-F72C-A636-DAE8-8C7F0CC91046}"/>
              </a:ext>
            </a:extLst>
          </p:cNvPr>
          <p:cNvCxnSpPr>
            <a:cxnSpLocks/>
          </p:cNvCxnSpPr>
          <p:nvPr/>
        </p:nvCxnSpPr>
        <p:spPr>
          <a:xfrm>
            <a:off x="335360" y="374472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bject 10">
            <a:extLst>
              <a:ext uri="{FF2B5EF4-FFF2-40B4-BE49-F238E27FC236}">
                <a16:creationId xmlns:a16="http://schemas.microsoft.com/office/drawing/2014/main" id="{E5A60686-9930-3A2F-E83E-FD51EFD6C0FA}"/>
              </a:ext>
            </a:extLst>
          </p:cNvPr>
          <p:cNvSpPr txBox="1"/>
          <p:nvPr/>
        </p:nvSpPr>
        <p:spPr>
          <a:xfrm>
            <a:off x="307910" y="6045963"/>
            <a:ext cx="3600000" cy="586699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spcBef>
                <a:spcPts val="815"/>
              </a:spcBef>
              <a:defRPr/>
            </a:pPr>
            <a:r>
              <a:rPr lang="es-PE" sz="1600" dirty="0"/>
              <a:t>Idiomas</a:t>
            </a:r>
            <a:endParaRPr sz="1600" dirty="0"/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sz="1200"/>
              <a:t>Español, Inglés</a:t>
            </a:r>
            <a:endParaRPr lang="es-PE" sz="1200" dirty="0">
              <a:ea typeface="+mn-lt"/>
              <a:cs typeface="+mn-lt"/>
            </a:endParaRPr>
            <a:pPr marL="171450" indent="-171450">
              <a:spcBef>
                <a:spcPts val="400"/>
              </a:spcBef>
              <a:buFont typeface="Arial"/>
              <a:buChar char="•"/>
              <a:defRPr/>
            </a:p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943292E-9A8F-42A7-142C-4AC284833004}"/>
              </a:ext>
            </a:extLst>
          </p:cNvPr>
          <p:cNvCxnSpPr/>
          <p:nvPr/>
        </p:nvCxnSpPr>
        <p:spPr>
          <a:xfrm>
            <a:off x="319471" y="611830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352F5EBC-81D3-03E4-B2F1-389198AB070D}"/>
              </a:ext>
            </a:extLst>
          </p:cNvPr>
          <p:cNvSpPr txBox="1"/>
          <p:nvPr/>
        </p:nvSpPr>
        <p:spPr>
          <a:xfrm>
            <a:off x="258621" y="773315"/>
            <a:ext cx="3276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FFFFFF"/>
                </a:solidFill>
              </a:rPr>
              <a:t>Consultant | Senior Consultant</a:t>
            </a:r>
            <a:endParaRPr lang="es-PE" dirty="0"/>
            <a:pPr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AAF6E294-FA1E-71FD-C51A-7217518E89F0}"/>
              </a:ext>
            </a:extLst>
          </p:cNvPr>
          <p:cNvSpPr/>
          <p:nvPr/>
        </p:nvSpPr>
        <p:spPr>
          <a:xfrm>
            <a:off x="3934562" y="1403824"/>
            <a:ext cx="7837136" cy="5240054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Controlé los riesgos asociados a operaciones de mercado de capitales, realizando el seguimiento del consumo de líneas de crédito vinculadas a derivados financieros.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Gestioné el consumo, control y asignación de líneas de crédito, evaluando capacidad crediticia y cumplimiento de políticas internas y regulatorias.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Revisé operaciones de tesorería en Murex, asegurando el control operativo y la correcta exposición al riesgo.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Participé en la creación y renovación de líneas de crédito para operaciones de mesa de dinero.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Desarrollé dashboards en Power BI para el monitoreo de indicadores operativos y de riesgo crediticio.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Construí indicadores de gestión para el seguimiento del desempeño operativo y control de exposiciones.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Desarrollé soluciones en Power Apps y Power Automate para optimizar procesos internos del área.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Impulsé iniciativas de mejora continua, enfocadas en eficiencia operativa dentro del entorno de tesorería.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Elaboré y presenté reportes ejecutivos a nivel gerencial sobre indicadores y avances de iniciativas.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Construí casos de negocio para la priorización de proyectos de automatización y analítica.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Coordiné con áreas clave como riesgos, operaciones e innovación para la ejecución de procesos y proyectos.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Optimizé procesos internos mediante automatización, logrando eficiencias en tiempos operativos.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Participé en iniciativas con el área de innovación digital (Power Apps, chatbot) para mejorar procesos.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Aseguré el cumplimiento de auditorías internas y externas sin observaciones en procesos críticos.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25135152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KbzNusTSL6d1FPJyJ8DN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CDuZyYKR5O_4QUCWVIPSA"/>
</p:tagLst>
</file>

<file path=ppt/theme/theme1.xml><?xml version="1.0" encoding="utf-8"?>
<a:theme xmlns:a="http://schemas.openxmlformats.org/drawingml/2006/main" name="2_Portadas">
  <a:themeElements>
    <a:clrScheme name="Minsait">
      <a:dk1>
        <a:srgbClr val="1A3B47"/>
      </a:dk1>
      <a:lt1>
        <a:srgbClr val="FFFFFF"/>
      </a:lt1>
      <a:dk2>
        <a:srgbClr val="FDE3D3"/>
      </a:dk2>
      <a:lt2>
        <a:srgbClr val="E7E6E6"/>
      </a:lt2>
      <a:accent1>
        <a:srgbClr val="FFEA80"/>
      </a:accent1>
      <a:accent2>
        <a:srgbClr val="F7AC6F"/>
      </a:accent2>
      <a:accent3>
        <a:srgbClr val="E88AA2"/>
      </a:accent3>
      <a:accent4>
        <a:srgbClr val="79C5B3"/>
      </a:accent4>
      <a:accent5>
        <a:srgbClr val="639FCB"/>
      </a:accent5>
      <a:accent6>
        <a:srgbClr val="7874B3"/>
      </a:accent6>
      <a:hlink>
        <a:srgbClr val="E88AA2"/>
      </a:hlink>
      <a:folHlink>
        <a:srgbClr val="F7AC6F"/>
      </a:folHlink>
    </a:clrScheme>
    <a:fontScheme name="Personalizado 3">
      <a:majorFont>
        <a:latin typeface="Playfair Display"/>
        <a:ea typeface=""/>
        <a:cs typeface=""/>
      </a:majorFont>
      <a:minorFont>
        <a:latin typeface="Soho Gothic Pro Light"/>
        <a:ea typeface=""/>
        <a:cs typeface="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s de referencia" id="{C0130EDD-FDBC-489A-8777-A25753F742C5}" vid="{FA0C7901-F402-4C0C-A015-F4346B5559B3}"/>
    </a:ext>
  </a:extLst>
</a:theme>
</file>

<file path=ppt/theme/theme2.xml><?xml version="1.0" encoding="utf-8"?>
<a:theme xmlns:a="http://schemas.openxmlformats.org/drawingml/2006/main" name="CONTENIDO">
  <a:themeElements>
    <a:clrScheme name="MINSAIT 2024">
      <a:dk1>
        <a:srgbClr val="4F062A"/>
      </a:dk1>
      <a:lt1>
        <a:srgbClr val="FFFFFF"/>
      </a:lt1>
      <a:dk2>
        <a:srgbClr val="260717"/>
      </a:dk2>
      <a:lt2>
        <a:srgbClr val="E3E2DA"/>
      </a:lt2>
      <a:accent1>
        <a:srgbClr val="FF0054"/>
      </a:accent1>
      <a:accent2>
        <a:srgbClr val="44B757"/>
      </a:accent2>
      <a:accent3>
        <a:srgbClr val="8661F5"/>
      </a:accent3>
      <a:accent4>
        <a:srgbClr val="E56813"/>
      </a:accent4>
      <a:accent5>
        <a:srgbClr val="00B0BD"/>
      </a:accent5>
      <a:accent6>
        <a:srgbClr val="EF659D"/>
      </a:accent6>
      <a:hlink>
        <a:srgbClr val="FF0054"/>
      </a:hlink>
      <a:folHlink>
        <a:srgbClr val="A40037"/>
      </a:folHlink>
    </a:clrScheme>
    <a:fontScheme name="Personalizado 4">
      <a:majorFont>
        <a:latin typeface="ForFuture Sans"/>
        <a:ea typeface=""/>
        <a:cs typeface=""/>
      </a:majorFont>
      <a:minorFont>
        <a:latin typeface="ForFuture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accent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wrap="square" lIns="0" tIns="7312" rIns="0" bIns="0" rtlCol="0">
        <a:spAutoFit/>
      </a:bodyPr>
      <a:lstStyle>
        <a:defPPr marL="7696" algn="l">
          <a:spcBef>
            <a:spcPts val="600"/>
          </a:spcBef>
          <a:defRPr sz="1400" dirty="0" smtClean="0">
            <a:solidFill>
              <a:schemeClr val="tx2"/>
            </a:solidFill>
            <a:cs typeface="Trebuchet M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ueva Versión por Capitulos_minsait 2.0.potx" id="{A731C59E-86C4-447F-8E00-DE24B6986F12}" vid="{1753CA47-7170-4BBC-BAC5-F7638246E2DE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07F972F34DBBF47A2F8555B5E9D27D2" ma:contentTypeVersion="19" ma:contentTypeDescription="Crear nuevo documento." ma:contentTypeScope="" ma:versionID="47222f8dd02f6cbaecf52f0a1c0f8442">
  <xsd:schema xmlns:xsd="http://www.w3.org/2001/XMLSchema" xmlns:xs="http://www.w3.org/2001/XMLSchema" xmlns:p="http://schemas.microsoft.com/office/2006/metadata/properties" xmlns:ns2="9c51551f-3ecf-4903-869d-bbb050cf36d5" xmlns:ns3="9309e50d-5e6b-4fbe-a1a6-7df7cca547ce" targetNamespace="http://schemas.microsoft.com/office/2006/metadata/properties" ma:root="true" ma:fieldsID="c721892328718f1136b99108723293b4" ns2:_="" ns3:_="">
    <xsd:import namespace="9c51551f-3ecf-4903-869d-bbb050cf36d5"/>
    <xsd:import namespace="9309e50d-5e6b-4fbe-a1a6-7df7cca547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51551f-3ecf-4903-869d-bbb050cf36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b6c8f4d1-0548-410f-82ab-424def43fff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09e50d-5e6b-4fbe-a1a6-7df7cca547ce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27c0b61f-cea5-4ebc-814e-de6af8e6f35e}" ma:internalName="TaxCatchAll" ma:showField="CatchAllData" ma:web="9309e50d-5e6b-4fbe-a1a6-7df7cca547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309e50d-5e6b-4fbe-a1a6-7df7cca547ce" xsi:nil="true"/>
    <lcf76f155ced4ddcb4097134ff3c332f xmlns="9c51551f-3ecf-4903-869d-bbb050cf36d5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56131B4-F772-4C2E-AA21-DA2A6AD442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51551f-3ecf-4903-869d-bbb050cf36d5"/>
    <ds:schemaRef ds:uri="9309e50d-5e6b-4fbe-a1a6-7df7cca547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EF0A941-35C2-45A6-BCA3-5B9334D53FC6}">
  <ds:schemaRefs>
    <ds:schemaRef ds:uri="http://schemas.microsoft.com/office/2006/metadata/properties"/>
    <ds:schemaRef ds:uri="http://schemas.microsoft.com/office/infopath/2007/PartnerControls"/>
    <ds:schemaRef ds:uri="9309e50d-5e6b-4fbe-a1a6-7df7cca547ce"/>
    <ds:schemaRef ds:uri="9c51551f-3ecf-4903-869d-bbb050cf36d5"/>
  </ds:schemaRefs>
</ds:datastoreItem>
</file>

<file path=customXml/itemProps3.xml><?xml version="1.0" encoding="utf-8"?>
<ds:datastoreItem xmlns:ds="http://schemas.openxmlformats.org/officeDocument/2006/customXml" ds:itemID="{737374F6-8271-46D2-87C2-A095FA1D3B6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1103</TotalTime>
  <Words>44</Words>
  <Application>Microsoft Office PowerPoint</Application>
  <PresentationFormat>Panorámica</PresentationFormat>
  <Paragraphs>14</Paragraphs>
  <Slides>1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10" baseType="lpstr">
      <vt:lpstr>Arial</vt:lpstr>
      <vt:lpstr>Calibri</vt:lpstr>
      <vt:lpstr>ForFuture Sans</vt:lpstr>
      <vt:lpstr>Playfair Display</vt:lpstr>
      <vt:lpstr>Soho Gothic Pro</vt:lpstr>
      <vt:lpstr>Soho Gothic Pro Light</vt:lpstr>
      <vt:lpstr>2_Portadas</vt:lpstr>
      <vt:lpstr>CONTENIDO</vt:lpstr>
      <vt:lpstr>Diapositiva de think-cell</vt:lpstr>
      <vt:lpstr>{{NombreApellido}}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Andrés Fajardo</dc:title>
  <dc:creator>Rivarola Figueroa, Piero</dc:creator>
  <cp:lastModifiedBy>Bernal Cubillas, Nelson Eduardo</cp:lastModifiedBy>
  <cp:revision>143</cp:revision>
  <dcterms:created xsi:type="dcterms:W3CDTF">2023-06-22T21:06:06Z</dcterms:created>
  <dcterms:modified xsi:type="dcterms:W3CDTF">2026-04-09T17:15:22Z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0x010100B07F972F34DBBF47A2F8555B5E9D27D2</vt:lpwstr>
  </property>
  <property fmtid="{D5CDD505-2E9C-101B-9397-08002B2CF9AE}" pid="3" name="MediaServiceImageTags">
    <vt:lpwstr/>
  </property>
</Properties>
</file>