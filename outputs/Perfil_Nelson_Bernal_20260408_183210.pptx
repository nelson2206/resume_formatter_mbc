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solidFill>
                  <a:srgbClr val="FFFFFF"/>
                </a:solidFill>
              </a:rPr>
              <a:t>Nelson Bernal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amplia experiencia en liderazgo de proyectos de innovación y diseño de roadmaps de implementación. Experto en optimización de procesos y eficiencia operativa en el sector financiero.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PUCP,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RPA, chatbots, machine learning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Promovido como el gerente más joven en Latam, liderando las prácticas de Inteligencia Artificial (IA) y Banca Corporativa en Minsait.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un equipo de 62 consultores,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Formé a consultores junior y semi-senior, logrando 3 ascensos y 2 nominaciones fast-track.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entre contabilidad y gestión que generó USD 12.5M en ahorros para un banco de primer nivel.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Lancé un canal digital prime banking aumentando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estratégicos para un banco top del país, trabajando con la C-suite para lanzar una tarjeta corporativa.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el volumen de operaciones FX y optimicé la priorización comercial logrando USD 10M en ahorros.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Definí el modelo de iniciación de pagos, involucrando a más de 40 compañías del sector.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 los USD 5.7M en ahorros contables mediante la revisión de asientos contables e identificación de ineficiencias operativas.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implementando un sistema de tickets que redujo tiempos de respuesta en 80%.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