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financiero, enfocado en operaciones de tesorería y control de riesgos. Experta en mejora de procesos y automatización en entornos de mesa de dinero.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Control de líneas de crédito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Operaciones de mesa de dinero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