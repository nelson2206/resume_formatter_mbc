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funcional con experiencia en CIB y tesorería. Experto en desarrollo de soluciones de data analytics y modelamiento financiero. Habilidades en optimización de procesos y comunicación con stakeholders.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 - UP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 - UP BS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 - PUCP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Data Science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