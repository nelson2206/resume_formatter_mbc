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Anderson Barrantes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Ingeniero Industrial con más de 10 años de experiencia en banca y consultoría. Especializado en planificación estratégica, canales digitales y pagos. Habilidades analíticas sólidas y capacidad para liderar equipos de alto rendimiento.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 Internacional en Comportamiento del Cliente, ESAN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Industrial, PUCP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FCE Certification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Microsoft Office 365 (Excel avanzado)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BI, Metabase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Gestión de cortes operativos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Análisis de datos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Manager | Financial Services Consulting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un equipo de más de 10 consultores en Minsait, enfocado en pagos en Perú y Colombia.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Entregué más de 15 proyectos de servicios financieros con un enfoque fuerte en pagos en cuatro mercados.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de la expansión de Minsait en Ecuador, aumentando operaciones de 1 proyecto a 5 en un año.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Como Product Owner en BCP, lideré un equipo multidisciplinario de 15 miembros, lanzando más de 5 nuevas funcionalidades en la app de banca móvil.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Definí e implementé iniciativas para aumentar ventas a través del canal de banca móvil.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Como Business Chapter Lead, optimicé condiciones de cuentas de ahorro, generando ahorros de más de S/ 30MM.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Mejoré la propuesta de valor de tarjetas de crédito, aumentando la rentabilidad.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Implementé una tarifa de transacción en moneda extranjera, generando S/ 60MM en ingresos anuales.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gastos relacionados con VISA, logrando ahorros anuales de S/ 45MM.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Formé parte del equipo central en un proyecto de mejora de valor con BCG, proyectando un aumento de PEN 30MM en ganancias anuales.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un proyecto de pagos, aumentando la proporción de transacciones sin efectivo en 5 pp en un año.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Contribuí al diseño de un nuevo modelo de adquisición de clientes SME, añadiendo más de 8,000 nuevos clientes.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