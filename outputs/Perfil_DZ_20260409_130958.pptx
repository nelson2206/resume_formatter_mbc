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Science. Experto en optimización de flujos de datos y analítica avanzada. Habilidades en diseño de modelos y dashboards para la toma de decisiones.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los datos mediante la implementación de procesos eficientes.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Aplicar pensamiento crítico y analítico para resolver problemas complejos en el ámbito de datos.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