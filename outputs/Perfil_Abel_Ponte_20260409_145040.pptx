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experiencia en CIB y tesorería en el sector bancario. Experto en data analytics y modelos predictivos. Habilidades en implementación de soluciones financieras.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Gestión Financiera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