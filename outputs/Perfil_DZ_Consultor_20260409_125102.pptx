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DZ Consultor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Profesional con más de 3 años de experiencia en liderazgo de proyectos de innovación en IA. Especializado en diseño de roadmaps y optimización de procesos. Fuerte enfoque en la analítica avanzada y mejora de la gestión de datos.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Ingeniería de Sistemas de Información - UPC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Programa Especializado de Lead Data Officer y Gobierno de Datos - DMC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Machine Learning for Business - UPC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 - Scrum Study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SQL, PySpark, BigQuery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Analítica avanzada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Business Intelligence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Manager | Inteligencia Artificial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un modelo TO-BE para optimizar el flujo de datos del equipo de Incentivación, incorporando capacidades analíticas de la nube.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Rediseñar el modelo operativo del equipo de data para agilizar la atención de solicitudes de ingesta y modificación de información.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Implementar herramientas de conciliación contable en SQL para identificar descuadres y facilitar su resolución operativa.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y construir dashboards de seguimiento que permitan al equipo responsable accionar sobre casos con descuadre.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Construir tablones/datasets base en PySpark/BigQuery para garantizar consistencia y trazabilidad de información clave.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del catálogo de dashboards del equipo de CIB, mejorando los tablones fuentes y el storytelling.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Explorar tablas en el entorno BigData para comprender estructuras y calidad de datos disponibles para analítica.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Definir lógicas de cálculo para nuevos KPIs en Billeteras Digitales y Tarjetas.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Impulsar oportunidades de negocio mediante analítica avanzada en medios de pago y cambio de moneda en CIB.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Traducir necesidades de negocio hacia el COE de Data, aterrizando requerimientos para implementar modelos.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Mejorar la gestión de datos mediante la implementación de ceremonias de trabajo entre data y negocio.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Desarrollar estrategias efectivas basadas en insights accionables para el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