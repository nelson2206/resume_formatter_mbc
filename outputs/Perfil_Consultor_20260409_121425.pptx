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redo custSel modSld">
      <pc:chgData name="Bernal Cubillas, Nelson Eduardo" userId="80dca19b-7620-4a8a-8a4a-74ed424ff3cf" providerId="ADAL" clId="{32BBAB07-2159-46C7-9B6D-E3769CDAC38B}" dt="2026-04-09T17:13:38.162" v="706" actId="1035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9T17:13:38.162" v="706" actId="1035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9T17:13:38.162" v="706" actId="1035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13:34.196" v="704" actId="1035"/>
          <ac:spMkLst>
            <pc:docMk/>
            <pc:sldMk cId="2513515205" sldId="786"/>
            <ac:spMk id="13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1.715" v="689" actId="1036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9T17:05:29.301" v="695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9T17:13:27.625" v="701" actId="1036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9T17:05:13.718" v="673" actId="14100"/>
          <ac:grpSpMkLst>
            <pc:docMk/>
            <pc:sldMk cId="2513515205" sldId="786"/>
            <ac:grpSpMk id="7" creationId="{E440AF01-6A91-899B-AF3B-3E15D8983490}"/>
          </ac:grpSpMkLst>
        </pc:grpChg>
        <pc:grpChg chg="mod">
          <ac:chgData name="Bernal Cubillas, Nelson Eduardo" userId="80dca19b-7620-4a8a-8a4a-74ed424ff3cf" providerId="ADAL" clId="{32BBAB07-2159-46C7-9B6D-E3769CDAC38B}" dt="2026-04-09T17:05:16.868" v="674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9T17:05:08.645" v="672" actId="1035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9T17:05:29.301" v="695" actId="1035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9/04/2026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649110" y="2280838"/>
            <a:ext cx="5300084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357493" y="-1012645"/>
            <a:ext cx="1286885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30987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/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296418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1433022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706889"/>
            <a:ext cx="3211034" cy="273180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/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>
            <a:cxnSpLocks/>
          </p:cNvCxnSpPr>
          <p:nvPr/>
        </p:nvCxnSpPr>
        <p:spPr>
          <a:xfrm>
            <a:off x="335360" y="374472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118303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/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348960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1103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2026-04-09T17:13:40Z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