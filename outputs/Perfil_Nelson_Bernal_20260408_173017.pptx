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5" dt="2026-04-08T22:14:07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24:43.303" v="392" actId="20577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24:43.303" v="392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14:20.213" v="362" actId="20577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24:43.303" v="392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3:42.057" v="284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4:38.472" v="390" actId="20577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14:15.140" v="348" actId="107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latin typeface="ForFuture Sans"/>
              </a:rPr>
              <a:t>Nelson Bernal
</a:t>
            </a:r>
            <a:r>
              <a:rPr sz="2800">
                <a:latin typeface="ForFuture Sans"/>
              </a:rPr>
              <a:t>Manager | Inteligencia Artificial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>
                <a:latin typeface="ForFuture Sans"/>
              </a:rPr>
              <a:t>Gerente de IA con experiencia en liderazgo de proyectos de innovación y diseño de roadmaps de implementación. Experto en optimización de procesos y generación de ahorros significativos en el sector financiero.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latin typeface="ForFuture Sans"/>
              </a:rPr>
              <a:t>Lideré las prácticas de Inteligencia Artificial y Banca Corporativa en Minsait, gestionando un equipo de 62 consultores y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latin typeface="ForFuture Sans"/>
              </a:rPr>
              <a:t>Desarrollé una herramienta de conciliación que generó USD 12.5M en ahorros y lancé un canal digital prime banking que aumentó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latin typeface="ForFuture Sans"/>
              </a:rPr>
              <a:t>Diseñé la hoja de ruta nacional de Open Banking junto al Banco Central de Reserva del Perú, definiendo el modelo de iniciación de pagos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latin typeface="ForFuture Sans"/>
              </a:rPr>
              <a:t>Rediseñé procesos de atención al cliente en Credicorp, implementando un sistema de tickets que redujo tiempos de respuesta en 80% y aumentó la satisfacción en 250%.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latin typeface="ForFuture Sans"/>
              </a:rPr>
              <a:t>Lideré la selección e implementación de un CRM en Credicorp, automatizando flujos de ventas y generando más de 1,000 leads al mes.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sz="1200">
                <a:latin typeface="ForFuture Sans"/>
              </a:rPr>
              <a:t>M.B.A., STEM-Certified Program, Emory University, Goizueta Business School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{{Certificaciones}}</a:t>
            </a:r>
            <a:endParaRPr lang="es-ES" sz="1200" dirty="0"/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2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{{</a:t>
            </a:r>
            <a:r>
              <a:rPr lang="es-PE" sz="1200" dirty="0" err="1"/>
              <a:t>conocimientos_clave</a:t>
            </a:r>
            <a:r>
              <a:rPr lang="es-PE" sz="1200" dirty="0"/>
              <a:t>}}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502504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{{idiomas}}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443897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44</Words>
  <Application>Microsoft Office PowerPoint</Application>
  <PresentationFormat>Panorámica</PresentationFormat>
  <Paragraphs>15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