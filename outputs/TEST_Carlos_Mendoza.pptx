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25" dt="2026-04-08T22:14:07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2:24:43.303" v="392" actId="20577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2:24:43.303" v="392" actId="20577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1:23:58.431" v="36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2:14:20.213" v="362" actId="20577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24:43.303" v="392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13:42.057" v="284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14:38.472" v="390" actId="20577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grpChg chg="mod">
          <ac:chgData name="Bernal Cubillas, Nelson Eduardo" userId="80dca19b-7620-4a8a-8a4a-74ed424ff3cf" providerId="ADAL" clId="{32BBAB07-2159-46C7-9B6D-E3769CDAC38B}" dt="2026-04-08T21:24:23.720" v="42" actId="1076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2:14:15.140" v="348" actId="107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14:33.720" v="384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152382" y="2292364"/>
            <a:ext cx="4306639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r>
              <a:rPr sz="2400">
                <a:solidFill>
                  <a:srgbClr val="FFFFFF"/>
                </a:solidFill>
              </a:rPr>
              <a:t>Carlos Mendoza Ríos
</a:t>
            </a:r>
            <a:r>
              <a:rPr sz="2800">
                <a:solidFill>
                  <a:srgbClr val="FFFFFF"/>
                </a:solidFill>
              </a:rPr>
              <a:t>Senior Consultant | Transformación Digital</a:t>
            </a:r>
            <a:endParaRPr lang="en-GB" sz="1800" dirty="0" err="1">
              <a:solidFill>
                <a:schemeClr val="bg1"/>
              </a:solidFill>
            </a:endParaRPr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con trayectoria en proyectos de transformación digital e implementación ERP en sectores financiero e industrial.</a:t>
            </a:r>
            <a:endParaRPr lang="es-PE" sz="1200" dirty="0">
              <a:ea typeface="+mn-lt"/>
              <a:cs typeface="+mn-lt"/>
            </a:endParaRPr>
          </a:p>
          <a:p>
            <a:pPr>
              <a:defRPr/>
            </a:pPr>
            <a:endParaRPr lang="es-PE" sz="1200" dirty="0"/>
          </a:p>
          <a:p>
            <a:pPr>
              <a:defRPr/>
            </a:pPr>
            <a:endParaRPr lang="es-ES" sz="1200" dirty="0"/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Lideró implementación SAP FI/CO para cliente del sector bancario, coordinando equipo de 6 consultores.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Desarrolló dashboards ejecutivos en Power BI para monitoreo de indicadores de riesgo operativo.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Automatizó procesos de reporte usando Power Automate, reduciendo tiempo manual de reporteo.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Coordinó con áreas de auditoría interna para asegurar cumplimiento regulatorio en proyectos ERP.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Participó en levantamiento de requerimientos y diseño funcional de módulos financieros en SAP.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251921" cy="20281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Industrial — Universidad Nacional (2016)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646162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ES" sz="1600" dirty="0"/>
              <a:t>Conocimientos Clave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SAP FI/CO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Power BI y Power Automate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Gestión de proyectos (PMI)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Python y SQL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Mejora de procesos operativos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587555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5502504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Nativo | Inglés B2 (TOEFL 94)</a:t>
            </a:r>
            <a:endParaRPr lang="es-PE" sz="1200" dirty="0">
              <a:ea typeface="+mn-lt"/>
              <a:cs typeface="+mn-lt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5443897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44</Words>
  <Application>Microsoft Office PowerPoint</Application>
  <PresentationFormat>Panorámica</PresentationFormat>
  <Paragraphs>15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{{Rol_Seniority}}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2026-04-08T22:24:44Z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