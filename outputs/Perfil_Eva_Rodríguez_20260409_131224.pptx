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Eva Rodríguez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Economista con más de 5 años de experiencia en el sistema financiero. Especializado en operaciones de tesorería, control de riesgos y mejora de procesos en entornos de mesa de dinero. Experiencia en desarrollo de soluciones analíticas y automatización de procesos.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Ciencias Financieras y Contables, UCH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Murex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Automate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Controlé los riesgos asociados a operaciones de mercado de capitales, realizando el seguimiento del consumo de líneas de crédito vinculadas a derivados financieros.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el consumo, control y asignación de líneas de crédito, evaluando capacidad crediticia y cumplimiento de políticas internas y regulatorias.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Revisé operaciones de tesorería en Murex, asegurando el control operativo y la correcta exposición al riesgo.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la creación y renovación de líneas de crédito para operaciones de mesa de dinero.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dashboards en Power BI para el monitoreo de indicadores operativos y de riesgo crediticio.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indicadores de gestión para el seguimiento del desempeño operativo y control de exposiciones.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soluciones en Power Apps y Power Automate para optimizar procesos internos del área.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Impulsé iniciativas de mejora continua, enfocadas en eficiencia operativa dentro del entorno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Elaboré y presenté reportes ejecutivos a nivel gerencial sobre indicadores y avances de iniciativas.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casos de negocio para la priorización de proyectos de automatización y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con áreas clave como riesgos, operaciones e innovación para la ejecución de procesos y proyectos.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Optimicé procesos internos mediante automatización, logrando eficiencias en tiempos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iniciativas con el área de innovación digital (Power Apps, chatbot) para mejorar procesos.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Aseguré el cumplimiento de auditorías internas y externas sin observaciones en procesos críticos.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