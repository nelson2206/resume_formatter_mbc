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más de 3 años de experiencia en data analytics y modelos predictivos en el sector bancario. Experto en optimización de flujos de datos y diseño de dashboards. Habilidades en gestión ágil y análisis crítico.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Senior Consultant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los datos mediante la implementación de procesos analíticos.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Aplicar pensamiento crítico y analítico en la resolución de problemas complejos.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