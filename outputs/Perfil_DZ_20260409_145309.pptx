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de negocios con más de 3 años de experiencia en data science y analítica avanzada en el sector bancario. Experto en optimización de flujos de datos y diseño de modelos predictivos. Habilidades en gestión ágil y mejora de la gestión de datos.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Información, UPC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Datos, DMC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Business, UPC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Certified, Scrum Study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Machine Learning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Agile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 de acuerdo con la estrategia acordada.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Mejorar la gestión de datos mediante la implementación de procesos y herramientas adecuadas.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Aplicar pensamiento crítico y analítico para resolver problemas complejos en el ámbito de la banca.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