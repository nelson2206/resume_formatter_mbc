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Anderson Barrantes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Ingeniero Industrial con más de 10 años de experiencia en banca y consultoría. Especializado en planificación estratégica, canales digitales y pagos. Habilidades analíticas fuertes y capacidad para liderar equipos de alto rendimiento.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International Diploma in Understanding Customer Behaviour, ESAN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Industrial Engineering,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FCE Certification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Modelos de negocio de pagos internacionales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de discovery, research y experimentación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Análisis de mercado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de equipos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Estrategia de negocio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Financial Services Consulting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equipo de más de 10 consultores en múltiples proyectos enfocados en pagos en Perú y Colombia.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Entregué más de 15 proyectos de servicios financieros con un fuerte enfoque en pagos en cuatro mercados: Perú, Colombia, Ecuador y El Salvador.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y posicioné la oferta regional de autorización de pagos.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de la expansión de Minsait Business Consulting en Ecuador, escalando operaciones de 1 proyecto y 1 FTE a 5 proyectos en 4 bancos y un equipo de 8 FTEs en un año.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 tribu de Canales Digitales en Banco de Credito BCP, entregando más de 5 nuevas funcionalidades para la app de banca móvil.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Definí y ejecuté iniciativas para aumentar las ventas a través del canal de banca móvil.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capítulo de negocio enfocado en Análisis, Finanzas y Marketing, optimizando costos en más de S/ 30MM.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condiciones de cuentas de ahorro sin impactar la cuota de mercado.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Optimicé parámetros de tarjetas de crédito para mejorar la propuesta de valor del producto.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Implementé una tarifa de transacción en moneda extranjera, aumentando la rentabilidad de las transacciones de tarjetas de débito internacionales en aproximadamente un 25%.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gastos relacionados con VISA, contribuyendo a la negociación de un nuevo acuerdo que logró ahorros anuales de S/ 45MM.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Formé parte del equipo central en un proyecto de mejora de valor con BCG, redefiniendo la cartera de tarjetas de crédito.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un proyecto de pagos, aumentando la proporción de transacciones sin efectivo en 5 pp en un año.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al diseño e implementación de un nuevo modelo de adquisición de clientes para PYMEs, añadiendo más de 8,000 nuevos clientes.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Colaboré con el equipo de Análisis de Datos para desarrollar un nuevo modelo de priorización de leads para Telemarketing, impulsando un aumento del 5% en ventas.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Implementé un modelo de rendimiento basado en márgenes para gerentes de relaciones con PYMEs, permitiendo una evaluación de rentabilidad más allá de saldos y ventas.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Preparé y presenté resultados financieros a la alta dirección dentro de la división de Banca Retail.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más de 5 esquemas de incentivos de ventas, alineando objetivos comerciales con metas de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