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Experto en optimización de flujos de datos y analítica avanzada para la banca. Habilidades en diseño de modelos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los datos mediante la implementación de procesos y herramientas adecuadas.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Aplicar pensamiento crítico y analítico para resolver problemas complejos en el ámbito de la data.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