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9T16:59:44.801" v="637" actId="1035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6:59:44.801" v="637" actId="1035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6:59:37.750" v="628" actId="1035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6:59:44.801" v="637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6:59:29.872" v="605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6:59:33.300" v="606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3:01:30.500" v="594" actId="103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6:59:44.801" v="637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514920" y="2415026"/>
            <a:ext cx="5031707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223306" y="-878458"/>
            <a:ext cx="1555261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Profesional en CIB con experiencia en tesorería y consultoría funcional en Calypso. Ha liderado proyectos de mejora End-to-End y desarrollo de soluciones alineadas al negocio.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736149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BS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CENTRUM PUCP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 (DAX, análisis de datos),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807473"/>
            <a:ext cx="3211034" cy="1947641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817875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090871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CIB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2026-04-09T16:59:47Z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