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59" d="100"/>
          <a:sy n="59" d="100"/>
        </p:scale>
        <p:origin x="7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custSel modSld">
      <pc:chgData name="Bernal Cubillas, Nelson Eduardo" userId="80dca19b-7620-4a8a-8a4a-74ed424ff3cf" providerId="ADAL" clId="{32BBAB07-2159-46C7-9B6D-E3769CDAC38B}" dt="2026-04-08T23:05:13.286" v="604" actId="14100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8T23:05:13.286" v="604" actId="14100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8T22:40:40.920" v="395" actId="20577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8T22:54:17.577" v="546" actId="20577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8T22:57:15.782" v="566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8T22:45:30.852" v="540" actId="14100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8T23:01:23.728" v="575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8T23:01:30.500" v="594" actId="1036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8T22:59:31.320" v="574" actId="1036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8/04/2026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394983" y="2534962"/>
            <a:ext cx="4791835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110279" y="-765430"/>
            <a:ext cx="1781317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49275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Abel Ponte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323850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Profesional en CIB con experiencia en tesorería y consultoría funcional en Calypso. Experto en desarrollo de soluciones alineadas al negocio y análisis financiero.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2089828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Bachiller en Ingeniería Industrial y de Sistemas, Universidad de Piura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Especialización en Mercado de Capitales y Gestión de Portafolios, Pacífico Business School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Especialización en Finanzas Corporativas, CENTRUM PUCP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Diplomado en Data Analytics (DAX, análisis de datos)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887697"/>
            <a:ext cx="3211034" cy="1947641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Calypso (Front y Middle Office)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Productos financieros: FX, swaps, repos, depósitos, bonds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Modelamiento financiero (P&amp;L, flujo de caja, presupuestos)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Metodologías ágiles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Data analytics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/>
          <p:nvPr/>
        </p:nvCxnSpPr>
        <p:spPr>
          <a:xfrm>
            <a:off x="335360" y="3898099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090871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Consultant | CIB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294096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Liderazgo funcional en implementación de soluciones para mesa de FX y derivados, impactando directamente en el revenue del banco.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mejoras End-to-End (Front Office a Contabilidad) en entorno CIB.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Configuración de FX Volatility Surfaces para valoración de opciones en nuevos pares de monedas.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Participación en proyecto estratégico de Datalake integrado con Calypso.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Rol como consultor funcional Front/Middle Office en Calypso, automatizando productos de mercado de capitales.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productos de Money Market en producción, mejorando eficiencia operativa.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Responsable funcional del producto Repo, cubriendo flujos FO y MO.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del módulo ERS-LIMITS (riesgos) para control de límites de crédito y trading.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Gestión de comunicación con stakeholders clave (traders, PMs, Product Owners, analistas).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Elaboración de presentaciones ejecutivas para soluciones de tesorería.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Modelamiento financiero completo: P&amp;L, flujo de caja y control presupuestal.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Análisis de EEFF y variaciones financieras para toma de decisiones.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herramientas de control financiero (CxP, CxC).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Optimización de procesos financieros generando ahorros operativos.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reportes automatizados en Excel y SQL para soporte a negocio.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1102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2026-04-08T23:05:21Z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