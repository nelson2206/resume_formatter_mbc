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tesorería. Liderazgo en implementación de soluciones financieras y optimización de procesos. Experto en análisis financiero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Ingeniería Industrial y de Sistemas -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Mercado de Capitales - UP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Finanzas Corporativas -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-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PSL,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