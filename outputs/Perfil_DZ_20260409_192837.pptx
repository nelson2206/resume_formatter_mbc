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más de 3 años de experiencia en data analytics y modelos predictivos en el sector bancario. Experto en optimización de flujos de datos y mejora de procesos. Habilidades en gestión de datos y analítica avanzada.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Modelos Predictivos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Agile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Senior Consultant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Tarjetas, orientados a diseñar estrategias más efectivas.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