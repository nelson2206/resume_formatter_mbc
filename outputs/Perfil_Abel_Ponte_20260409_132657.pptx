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 en entorno bancario. Experto en Calypso y desarrollo de soluciones alineadas al negocio. Conocimientos en análisis financiero y data analytics.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Banca Corporativa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