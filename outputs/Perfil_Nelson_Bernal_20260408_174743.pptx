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0" dt="2026-04-08T22:44:30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2:45:30.852" v="540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2:45:30.852" v="540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2:40:38.330" v="394" actId="1076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2:40:59.597" v="421" actId="1036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43:04.394" v="508" actId="14100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44:19.308" v="528" actId="12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mod">
          <ac:chgData name="Bernal Cubillas, Nelson Eduardo" userId="80dca19b-7620-4a8a-8a4a-74ed424ff3cf" providerId="ADAL" clId="{32BBAB07-2159-46C7-9B6D-E3769CDAC38B}" dt="2026-04-08T22:42:39.360" v="502" actId="20577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2:44:07.720" v="525" actId="1076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2:40:59.597" v="421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14:33.720" v="384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00815" y="2440795"/>
            <a:ext cx="4603501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lang="es-PE" dirty="0">
                <a:solidFill>
                  <a:schemeClr val="bg1"/>
                </a:solidFill>
              </a:rPr>
              <a:t>{{</a:t>
            </a:r>
            <a:r>
              <a:rPr lang="es-PE" dirty="0" err="1">
                <a:solidFill>
                  <a:schemeClr val="bg1"/>
                </a:solidFill>
              </a:rPr>
              <a:t>NombreApellido</a:t>
            </a:r>
            <a:r>
              <a:rPr lang="es-PE" dirty="0">
                <a:solidFill>
                  <a:schemeClr val="bg1"/>
                </a:solidFill>
              </a:rPr>
              <a:t>}}</a:t>
            </a:r>
            <a:br>
              <a:rPr lang="es-ES" dirty="0">
                <a:solidFill>
                  <a:schemeClr val="bg1"/>
                </a:solidFill>
              </a:rPr>
            </a:b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Gerente de IA con experiencia en liderazgo de proyectos de innovación y diseño de roadmaps de implementación.</a:t>
            </a:r>
            <a:br/>
            <a:r>
              <a:rPr sz="1200"/>
              <a:t>Experto en optimización de procesos y generación de ahorros significativos en el sector bancario.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M.B.A., STEM-Certified Program,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Ingeniero Industrial, Pontificia Universidad Católica del Perú, 2016</a:t>
            </a:r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646161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Inteligencia Artificial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Open Banking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RPA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Design Thinking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Lean Six Sigma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58755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583030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5771696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800" dirty="0">
                <a:solidFill>
                  <a:schemeClr val="bg1"/>
                </a:solidFill>
              </a:rPr>
              <a:t>{{</a:t>
            </a:r>
            <a:r>
              <a:rPr lang="es-PE" sz="1800" dirty="0" err="1">
                <a:solidFill>
                  <a:schemeClr val="bg1"/>
                </a:solidFill>
              </a:rPr>
              <a:t>Rol_Seniority</a:t>
            </a:r>
            <a:r>
              <a:rPr lang="es-PE" sz="1800" dirty="0">
                <a:solidFill>
                  <a:schemeClr val="bg1"/>
                </a:solidFill>
              </a:rPr>
              <a:t>}}</a:t>
            </a:r>
            <a:endParaRPr lang="es-PE" dirty="0"/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CEC88605-79F8-AD26-E7AD-92650CBC4E5D}"/>
              </a:ext>
            </a:extLst>
          </p:cNvPr>
          <p:cNvSpPr txBox="1"/>
          <p:nvPr/>
        </p:nvSpPr>
        <p:spPr>
          <a:xfrm>
            <a:off x="323799" y="2878862"/>
            <a:ext cx="3126971" cy="837078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{{certificaciones}}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un equipo de 62 consultores en prácticas de Inteligencia Artificial y Banca Corporativa,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que generó USD 12.5M en ahorros para un banco, lanzando un canal digital que aumentó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Perú, definiendo el modelo de iniciación de pagos.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cliente, reduciendo tiempos de respuesta en 80% mediante automatización e integración de chatbots.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 selección e implementación de un CRM que generó y priorizó más de 1,000 leads al mes, impulsando la efectividad comercial.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Implementé automatización de procesos en el sector bancario y seguros, generando ahorros anuales de USD 600K.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Impartí cursos de especialización en Inteligencia Artificial y Ciencia de Datos aplicados al sector financiero.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2026-04-08T22:45:33Z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