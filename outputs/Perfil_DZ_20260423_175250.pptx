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en Data Analytics con más de 3 años de experiencia en banca corporativa. Especializado en optimización de flujos de datos y analítica avanzada. Habilidades en diseño de dashboards y gestión de datos.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Información, UPC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Datos, DMC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Business, UPC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Certified, Scrum Study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PySpark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BigQuery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Scrum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Analítica de datos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Business Intelligence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Analytics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 y priorizar su atención desde el diseño del storytelling hasta la construcción de los datos fuente.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fuentes, adicionando gráficos y cambiando el storytelling para agilizar la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Tarjetas, orientados a diseñar estrategias más efectivas.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 de acuerdo con la estrategia acordada.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