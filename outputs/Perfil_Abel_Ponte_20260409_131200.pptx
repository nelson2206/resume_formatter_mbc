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funcional con experiencia en CIB y tesorería en el sector bancario. Experto en desarrollo de soluciones alineadas al negocio y análisis financiero. Habilidades en SQL y data analytics.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