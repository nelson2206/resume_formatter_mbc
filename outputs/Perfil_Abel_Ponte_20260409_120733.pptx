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05:29.301" v="695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05:29.301" v="695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y desarrollo de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