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con experiencia en CIB y tesorería en el sector bancario. Experto en data analytics y modelos predictivos. Focalizado en soluciones financieras y optimización de procesos.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Ingeniería Industrial y de Sistemas, UP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Mercado de Capitales y Gestión de Portafolios, BS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Finanzas Corporativas, CENTRUM PUCP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 (Front y Middle Office)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repos, depósitos, bonds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 (P&amp;L, flujo de caja, presupuestos)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Gestión Financiera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P&amp;L, flujo de caja y control presupuestal.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