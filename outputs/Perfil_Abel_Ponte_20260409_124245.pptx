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tesorería. Lidera proyectos de innovación y mejora de procesos en entornos bancarios. Experto en implementación de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 -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 - UP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 -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-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PSL,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