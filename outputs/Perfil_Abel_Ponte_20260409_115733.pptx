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Ha liderado proyectos de mejora End-to-End y desarrollo de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