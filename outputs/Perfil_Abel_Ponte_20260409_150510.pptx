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experiencia en CIB y tesorería en el sector bancario. Experto en data analytics y modelos predictivos. Focalizado en la mejora de procesos y soluciones alineadas al negocio.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Finanzas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