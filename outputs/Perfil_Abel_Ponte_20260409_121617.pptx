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Abel Ponte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Profesional en CIB con experiencia en tesorería y consultoría funcional en Calypso. Ha liderado proyectos de mejora End-to-End y desarrollo de soluciones alineadas al negocio. Posee conocimientos en análisis financiero, SQL y data analytics.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Bachiller en Ingeniería Industrial y de Sistemas - UP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Mercado de Capitales y Gestión de Portafolios - UP BS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Finanzas Corporativas - PUCP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Diplomado en Data Analytics (DAX, análisis de datos)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Calypso (Front y Middle Office)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Productos financieros: FX, swaps, repos, depósitos, bonds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Modelamiento financiero (P&amp;L, flujo de caja, presupuestos)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Metodologías ágiles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Innovación y Eficiencia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Liderazgo funcional en implementación de soluciones para mesa de FX y derivados, impactando directamente en el revenue del banco.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mejoras End-to-End (Front Office a Contabilidad) en entorno CIB.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Configuración de FX Volatility Surfaces para valoración de opciones en nuevos pares de monedas.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Participación en proyecto estratégico de Datalake integrado con Calypso.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Rol como consultor funcional Front/Middle Office en Calypso, automatizando productos de mercado de capitales.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productos de Money Market en producción, mejorando eficiencia operativa.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Responsable funcional del producto Repo, cubriendo flujos FO y MO.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del módulo ERS-LIMITS (riesgos) para control de límites de crédito y trading.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Gestión de comunicación con stakeholders clave (traders, PMs, Product Owners, analistas).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Elaboración de presentaciones ejecutivas para soluciones de tesorería.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Modelamiento financiero completo: P&amp;L, flujo de caja y control presupuestal.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Análisis de EEFF y variaciones financieras para toma de decisiones.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herramientas de control financiero (CxP, CxC).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Optimización de procesos financieros generando ahorros operativos.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reportes automatizados en Excel y SQL para soporte a negocio.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