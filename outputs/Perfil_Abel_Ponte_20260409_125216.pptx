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5:20.797" v="712" actId="1036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5:20.797" v="712" actId="1036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5:20.797" v="712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funcional con experiencia en CIB y tesorería. Liderazgo en implementación de soluciones para mesa de FX y derivados. Experto en análisis financiero y optimización de procesos.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Ingeniería Industrial y de Sistemas - UP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Mercado de Capitales - UP BS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Finanzas Corporativas - PUCP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 -</a:t>
            </a:r>
          </a:p>
          <a:p>
            <a:pPr marL="457200" indent="-45720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 (Front y Middle Office)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repos, depósitos, bonds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Innovación y Eficiencia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403824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PSL, flujo de caja y control presupuestal.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457200" indent="-4572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