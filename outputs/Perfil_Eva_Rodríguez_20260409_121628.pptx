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financiero, especializado en operaciones de tesorería y control de riesgos. Experiencia en la mejora de procesos y liderazgo de proyectos de innovación.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Control de líneas de crédito y riesgo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Operaciones de mesa de dinero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BI, Power Apps, Power Automate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SQL, Python, Visual Basic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Automatización y mejora de procesos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Español,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Optimicé procesos internos mediante automatización, logrando eficiencias en tiempos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