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4" d="100"/>
          <a:sy n="74" d="100"/>
        </p:scale>
        <p:origin x="1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03:04.586" v="665" actId="14100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03:04.586" v="665" actId="14100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2:40:40.920" v="395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2:37.975" v="655" actId="1035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3:04.586" v="665" actId="14100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8T22:45:30.852" v="540" actId="14100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2:22.889" v="638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3:00.129" v="662" actId="1076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8T23:01:30.500" v="594" actId="1036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3:04.586" v="665" actId="14100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578497" y="2351450"/>
            <a:ext cx="5158859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286882" y="-942034"/>
            <a:ext cx="1428108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Profesional en CIB con experiencia en tesorería y consultoría funcional en Calypso. Experto en desarrollo de soluciones alineadas al negocio y mejoras End-to-End.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568628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Sistemas, UP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Portafolios, BS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Corporativas, CENTRUM PUCP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 (DAX, análisis de datos),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80041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99587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090871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CIB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294096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2026-04-09T17:03:05Z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