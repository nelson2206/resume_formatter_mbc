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Science. Experto en optimización de flujos de datos y analítica avanzada. Habilidades en diseño de modelos y dashboards para la toma de decisiones.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Consultor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proyectos bajo metodologías Agile para mejorar la colaboración entre equipos.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capacidades analíticas para mejorar la gestión de datos y la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