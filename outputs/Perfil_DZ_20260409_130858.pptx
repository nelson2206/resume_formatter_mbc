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DZ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de negocios con más de 3 años de experiencia en Data Science. Especializado en optimización de flujos de datos y analítica avanzada para la banca. Experiencia en diseño de modelos y dashboards.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Ingeniería de Sistemas de Información, UPC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Programa Especializado de Lead Data Officer y Gobierno de Datos, DMC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Machine Learning for Business, UPC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Certified, Scrum Study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</a:t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PySpark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BigQuery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Analítica Avanzada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Gestión Agile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Consultor | Data Science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un modelo TO-BE para optimizar el flujo de datos del equipo de Incentivación, incorporando capacidades analíticas de la nube para mejorar el proceso end-to-end y la entrega de valor a la banca.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Rediseñar el modelo operativo del equipo de data para agilizar la atención de solicitudes de ingesta y modificación de información con ceremonias de trabajo entre data y negocio.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Implementar herramientas de conciliación contable en SQL para identificar descuadres, clasificarlos y facilitar su resolución operativa.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y construir dashboards de seguimiento que permitan al equipo responsable accionar sobre casos con descuadre y priorizar su atención.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Construir tablones/datasets base en PySpark/BigQuery para garantizar consistencia, trazabilidad y disponibilidad de información clave.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del catálogo de dashboards del equipo de CIB, mejorando los tablones fuentes y cambiando el storytelling para agilizar la toma de decisiones.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Explorar tablas en el entorno BigData para comprender estructuras, relaciones y calidad de datos disponibles para analítica.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Definir lógicas de cálculo para nuevos KPIs esenciales en Billeteras Digitales y Tarjetas, orientados a diseñar estrategias más efectivas.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Impulsar oportunidades de negocio mediante analítica avanzada que consolida una visión integral del cliente en el negocio de medios de pago.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Traducir necesidades de negocio hacia el COE de Data, aterrizando requerimientos para implementar o ajustar modelos de acuerdo con la estrategia acordada.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