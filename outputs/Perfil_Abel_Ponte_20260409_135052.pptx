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Especializado en soluciones de data analytics y modelos predictivos. Experiencia en implementación de mejoras End-to-End y desarrollo de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Gestión Financiera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