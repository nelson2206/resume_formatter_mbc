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4" d="100"/>
          <a:sy n="74" d="100"/>
        </p:scale>
        <p:origin x="1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2:57:15.782" v="566" actId="1035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2:57:15.782" v="566" actId="1035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2:40:38.330" v="394" actId="1076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2:40:59.597" v="421" actId="1036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2:44:07.720" v="525" actId="1076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2:40:59.597" v="421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7:15.782" v="566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00815" y="2440795"/>
            <a:ext cx="4603501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sz="2400">
                <a:solidFill>
                  <a:srgbClr val="FFFFFF"/>
                </a:solidFill>
              </a:rPr>
              <a:t>Nelson Bernal</a:t>
            </a:r>
            <a:endParaRPr lang="en-GB" sz="1800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Gerente de IA con experiencia en liderazgo de proyectos de innovación y diseño de roadmaps de implementación. Experto en optimización de procesos y eficiencia operativa en el sector financiero.</a:t>
            </a:r>
            <a:endParaRPr lang="es-PE" sz="1200" dirty="0">
              <a:ea typeface="+mn-lt"/>
              <a:cs typeface="+mn-lt"/>
            </a:endParaR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M.B.A., STEM-Certified Program, Emory University, 2025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Ingeniero Industrial, Pontificia Universidad Católica del Perú, 2016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Lean Six Sigma Black Belt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Design Thinking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CRM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Lean Six Sigma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Scrum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2909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583030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5771696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Manager | Inteligencia Artificial</a:t>
            </a:r>
            <a:endParaRPr lang="es-PE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Como Business &amp; Strategy Manager en Minsait, lideré un equipo de 62 consultores en la práctica de Inteligencia Artificial y Banca Corporativa, logrando un crecimiento significativo en la oficina de Perú.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una herramienta de conciliación que generó ahorros de USD 12.5M y lancé un canal digital que aumentó la efectividad comercial en un 60%. Además, trabajé con la C-suite de un banco top para optimizar operaciones y generar ahorros de USD 10M.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En mi rol anterior como Business &amp; Strategy Sr. Consultant, diseñé la hoja de ruta de Open Banking junto al Banco Central, incrementando las ventas nacionales de un banco en un 4% mediante la transformación del proceso comercial.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En CREDICORP, como Senior Business Analyst, rediseñé procesos de atención al cliente, implementando un sistema de tickets que redujo tiempos de respuesta en un 80% y mejoró la satisfacción del cliente.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la selección e implementación de un CRM que automatizó flujos de ventas, generando más de 1,000 leads al mes y mejorando la efectividad comercial.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2026-04-08T22:57:19Z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