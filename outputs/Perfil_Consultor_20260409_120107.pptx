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9T16:59:44.801" v="637" actId="1035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6:59:44.801" v="637" actId="1035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6:59:37.750" v="628" actId="1035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6:59:44.801" v="637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6:59:29.872" v="605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6:59:33.300" v="606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6:59:44.801" v="637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514920" y="2415026"/>
            <a:ext cx="5031707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223306" y="-878458"/>
            <a:ext cx="1555261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/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736149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07473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/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1787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Por validar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2026-04-09T16:59:47Z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