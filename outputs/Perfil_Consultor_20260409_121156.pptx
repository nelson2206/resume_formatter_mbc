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05:29.301" v="695" actId="1035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05:29.301" v="695" actId="1035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/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/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Por validar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