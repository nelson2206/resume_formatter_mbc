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4C11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¿Cómo funciona? — Staffing AI Builder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566928" y="841248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D5B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tu CV a un PowerPoint de perfil, en 5 pasos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75488" y="1371600"/>
            <a:ext cx="2103120" cy="1463040"/>
          </a:xfrm>
          <a:prstGeom prst="roundRect">
            <a:avLst>
              <a:gd name="adj" fmla="val 5000"/>
            </a:avLst>
          </a:prstGeom>
          <a:solidFill>
            <a:srgbClr val="FBF8F9"/>
          </a:solidFill>
          <a:ln w="12700">
            <a:solidFill>
              <a:srgbClr val="C9B6B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298448" y="1517904"/>
            <a:ext cx="457200" cy="457200"/>
          </a:xfrm>
          <a:prstGeom prst="ellipse">
            <a:avLst/>
          </a:prstGeom>
          <a:solidFill>
            <a:srgbClr val="4C111F"/>
          </a:solidFill>
          <a:ln w="12700">
            <a:solidFill>
              <a:srgbClr val="4C111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98448" y="151790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548640" y="2048256"/>
            <a:ext cx="1956816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4C11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📤  Subes tu CV</a:t>
            </a:r>
            <a:endParaRPr lang="en-US" sz="13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980" dirty="0">
                <a:solidFill>
                  <a:srgbClr val="7D5B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Eliges motor IA, idioma y formato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615184" y="2103120"/>
            <a:ext cx="109728" cy="18288"/>
          </a:xfrm>
          <a:prstGeom prst="line">
            <a:avLst/>
          </a:prstGeom>
          <a:noFill/>
          <a:ln w="22225">
            <a:solidFill>
              <a:srgbClr val="9A7B80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2761488" y="1371600"/>
            <a:ext cx="2103120" cy="1463040"/>
          </a:xfrm>
          <a:prstGeom prst="roundRect">
            <a:avLst>
              <a:gd name="adj" fmla="val 5000"/>
            </a:avLst>
          </a:prstGeom>
          <a:solidFill>
            <a:srgbClr val="FBF8F9"/>
          </a:solidFill>
          <a:ln w="12700">
            <a:solidFill>
              <a:srgbClr val="C9B6B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584448" y="1517904"/>
            <a:ext cx="457200" cy="457200"/>
          </a:xfrm>
          <a:prstGeom prst="ellipse">
            <a:avLst/>
          </a:prstGeom>
          <a:solidFill>
            <a:srgbClr val="4C111F"/>
          </a:solidFill>
          <a:ln w="12700">
            <a:solidFill>
              <a:srgbClr val="4C111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84448" y="151790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2834640" y="2048256"/>
            <a:ext cx="1956816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4C11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📨  Viaja al servidor</a:t>
            </a:r>
            <a:endParaRPr lang="en-US" sz="13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980" dirty="0">
                <a:solidFill>
                  <a:srgbClr val="7D5B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navegador lo envía por HTTPS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901184" y="2103120"/>
            <a:ext cx="109728" cy="18288"/>
          </a:xfrm>
          <a:prstGeom prst="line">
            <a:avLst/>
          </a:prstGeom>
          <a:noFill/>
          <a:ln w="22225">
            <a:solidFill>
              <a:srgbClr val="9A7B80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5047488" y="1371600"/>
            <a:ext cx="2103120" cy="1463040"/>
          </a:xfrm>
          <a:prstGeom prst="roundRect">
            <a:avLst>
              <a:gd name="adj" fmla="val 5000"/>
            </a:avLst>
          </a:prstGeom>
          <a:solidFill>
            <a:srgbClr val="FBF8F9"/>
          </a:solidFill>
          <a:ln w="12700">
            <a:solidFill>
              <a:srgbClr val="C9B6B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870448" y="1517904"/>
            <a:ext cx="457200" cy="457200"/>
          </a:xfrm>
          <a:prstGeom prst="ellipse">
            <a:avLst/>
          </a:prstGeom>
          <a:solidFill>
            <a:srgbClr val="4C111F"/>
          </a:solidFill>
          <a:ln w="12700">
            <a:solidFill>
              <a:srgbClr val="4C111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870448" y="151790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5120640" y="2048256"/>
            <a:ext cx="1956816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4C11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📄  Se lee el CV</a:t>
            </a:r>
            <a:endParaRPr lang="en-US" sz="13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980" dirty="0">
                <a:solidFill>
                  <a:srgbClr val="7D5B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Extrae el texto: PDF · Word · OCR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7187184" y="2103120"/>
            <a:ext cx="109728" cy="18288"/>
          </a:xfrm>
          <a:prstGeom prst="line">
            <a:avLst/>
          </a:prstGeom>
          <a:noFill/>
          <a:ln w="22225">
            <a:solidFill>
              <a:srgbClr val="9A7B80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7333488" y="1371600"/>
            <a:ext cx="2103120" cy="1463040"/>
          </a:xfrm>
          <a:prstGeom prst="roundRect">
            <a:avLst>
              <a:gd name="adj" fmla="val 5000"/>
            </a:avLst>
          </a:prstGeom>
          <a:solidFill>
            <a:srgbClr val="FBF8F9"/>
          </a:solidFill>
          <a:ln w="12700">
            <a:solidFill>
              <a:srgbClr val="C9B6B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156448" y="1517904"/>
            <a:ext cx="457200" cy="457200"/>
          </a:xfrm>
          <a:prstGeom prst="ellipse">
            <a:avLst/>
          </a:prstGeom>
          <a:solidFill>
            <a:srgbClr val="4C111F"/>
          </a:solidFill>
          <a:ln w="12700">
            <a:solidFill>
              <a:srgbClr val="4C111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156448" y="151790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7406640" y="2048256"/>
            <a:ext cx="1956816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4C11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🤖  La IA redacta</a:t>
            </a:r>
            <a:endParaRPr lang="en-US" sz="13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980" dirty="0">
                <a:solidFill>
                  <a:srgbClr val="7D5B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OpenAI o Gemini · sin inventar datos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9473184" y="2103120"/>
            <a:ext cx="109728" cy="18288"/>
          </a:xfrm>
          <a:prstGeom prst="line">
            <a:avLst/>
          </a:prstGeom>
          <a:noFill/>
          <a:ln w="22225">
            <a:solidFill>
              <a:srgbClr val="9A7B80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9619488" y="1371600"/>
            <a:ext cx="2103120" cy="1463040"/>
          </a:xfrm>
          <a:prstGeom prst="roundRect">
            <a:avLst>
              <a:gd name="adj" fmla="val 5000"/>
            </a:avLst>
          </a:prstGeom>
          <a:solidFill>
            <a:srgbClr val="FBF8F9"/>
          </a:solidFill>
          <a:ln w="12700">
            <a:solidFill>
              <a:srgbClr val="C9B6B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0442448" y="1517904"/>
            <a:ext cx="457200" cy="457200"/>
          </a:xfrm>
          <a:prstGeom prst="ellipse">
            <a:avLst/>
          </a:prstGeom>
          <a:solidFill>
            <a:srgbClr val="4C111F"/>
          </a:solidFill>
          <a:ln w="12700">
            <a:solidFill>
              <a:srgbClr val="4C111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442448" y="151790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700" dirty="0"/>
          </a:p>
        </p:txBody>
      </p:sp>
      <p:sp>
        <p:nvSpPr>
          <p:cNvPr id="27" name="Text 25"/>
          <p:cNvSpPr/>
          <p:nvPr/>
        </p:nvSpPr>
        <p:spPr>
          <a:xfrm>
            <a:off x="9692640" y="2048256"/>
            <a:ext cx="1956816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4C11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📊  PowerPoint listo</a:t>
            </a:r>
            <a:endParaRPr lang="en-US" sz="13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980" dirty="0">
                <a:solidFill>
                  <a:srgbClr val="7D5B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Vista previa y descarga del .pptx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48640" y="3127248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C11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¿Dónde vive cada parte?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292608" y="3566160"/>
            <a:ext cx="3657600" cy="1874520"/>
          </a:xfrm>
          <a:prstGeom prst="roundRect">
            <a:avLst>
              <a:gd name="adj" fmla="val 3902"/>
            </a:avLst>
          </a:prstGeom>
          <a:solidFill>
            <a:srgbClr val="F6F2F3"/>
          </a:solidFill>
          <a:ln w="15240">
            <a:solidFill>
              <a:srgbClr val="4C111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93776" y="3712464"/>
            <a:ext cx="32552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4C11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🖥️  Frontend — Navegador</a:t>
            </a:r>
            <a:endParaRPr lang="en-US" sz="1450" dirty="0"/>
          </a:p>
        </p:txBody>
      </p:sp>
      <p:sp>
        <p:nvSpPr>
          <p:cNvPr id="31" name="Text 29"/>
          <p:cNvSpPr/>
          <p:nvPr/>
        </p:nvSpPr>
        <p:spPr>
          <a:xfrm>
            <a:off x="493776" y="4133088"/>
            <a:ext cx="3255264" cy="11978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 que ves y usas (React + Vite).</a:t>
            </a:r>
            <a:endParaRPr lang="en-US" sz="11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Corre en TU navegador.</a:t>
            </a:r>
            <a:endParaRPr lang="en-US" sz="11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guarda claves: solo muestra y pide datos.</a:t>
            </a:r>
            <a:endParaRPr lang="en-US" sz="11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Pasos 1 y 5.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270248" y="3566160"/>
            <a:ext cx="3657600" cy="1874520"/>
          </a:xfrm>
          <a:prstGeom prst="roundRect">
            <a:avLst>
              <a:gd name="adj" fmla="val 3902"/>
            </a:avLst>
          </a:prstGeom>
          <a:solidFill>
            <a:srgbClr val="F6F2F3"/>
          </a:solidFill>
          <a:ln w="15240">
            <a:solidFill>
              <a:srgbClr val="4C111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471416" y="3712464"/>
            <a:ext cx="32552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4C11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⚙️  Backend — Servidor</a:t>
            </a:r>
            <a:endParaRPr lang="en-US" sz="1450" dirty="0"/>
          </a:p>
        </p:txBody>
      </p:sp>
      <p:sp>
        <p:nvSpPr>
          <p:cNvPr id="34" name="Text 32"/>
          <p:cNvSpPr/>
          <p:nvPr/>
        </p:nvSpPr>
        <p:spPr>
          <a:xfrm>
            <a:off x="4471416" y="4133088"/>
            <a:ext cx="3255264" cy="11978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motor (Python · FastAPI).</a:t>
            </a:r>
            <a:endParaRPr lang="en-US" sz="11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Lee el CV, llama a la IA y arma el PPTX.</a:t>
            </a:r>
            <a:endParaRPr lang="en-US" sz="11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Guarda las API keys de forma segura.</a:t>
            </a:r>
            <a:endParaRPr lang="en-US" sz="11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Pasos 3, 4 y 5.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8247888" y="3566160"/>
            <a:ext cx="3657600" cy="1874520"/>
          </a:xfrm>
          <a:prstGeom prst="roundRect">
            <a:avLst>
              <a:gd name="adj" fmla="val 3902"/>
            </a:avLst>
          </a:prstGeom>
          <a:solidFill>
            <a:srgbClr val="F6F2F3"/>
          </a:solidFill>
          <a:ln w="15240">
            <a:solidFill>
              <a:srgbClr val="4C111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449056" y="3712464"/>
            <a:ext cx="32552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4C11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☁️  Render — La nube</a:t>
            </a:r>
            <a:endParaRPr lang="en-US" sz="1450" dirty="0"/>
          </a:p>
        </p:txBody>
      </p:sp>
      <p:sp>
        <p:nvSpPr>
          <p:cNvPr id="37" name="Text 35"/>
          <p:cNvSpPr/>
          <p:nvPr/>
        </p:nvSpPr>
        <p:spPr>
          <a:xfrm>
            <a:off x="8449056" y="4133088"/>
            <a:ext cx="3255264" cy="11978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Hospeda el front y el back.</a:t>
            </a:r>
            <a:endParaRPr lang="en-US" sz="11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Auto-deploy desde GitHub (main).</a:t>
            </a:r>
            <a:endParaRPr lang="en-US" sz="11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 URL pública + variables de entorno.</a:t>
            </a:r>
            <a:endParaRPr lang="en-US" sz="11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Donde vive todo.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548640" y="562356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94E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Motores de IA: OpenAI (gpt-5.4-mini)  ·  Google Gemini (gemini-2.5-flash, por defecto)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548640" y="594360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D5B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PPTX viaja embebido en la respuesta (base64), por eso la descarga siempre funciona  ·  plan Render Free: la 1ª petición tras inactividad tarda ~50s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2026-06-30T13:50:22Z</dcterms:created>
  <dcterms:modified xsi:type="dcterms:W3CDTF">2026-06-30T13:50:22Z</dcterms:modified>
</cp:coreProperties>
</file>